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17"/>
  </p:notesMasterIdLst>
  <p:sldIdLst>
    <p:sldId id="361" r:id="rId2"/>
    <p:sldId id="394" r:id="rId3"/>
    <p:sldId id="362" r:id="rId4"/>
    <p:sldId id="395" r:id="rId5"/>
    <p:sldId id="398" r:id="rId6"/>
    <p:sldId id="388" r:id="rId7"/>
    <p:sldId id="397" r:id="rId8"/>
    <p:sldId id="389" r:id="rId9"/>
    <p:sldId id="399" r:id="rId10"/>
    <p:sldId id="390" r:id="rId11"/>
    <p:sldId id="400" r:id="rId12"/>
    <p:sldId id="401" r:id="rId13"/>
    <p:sldId id="391" r:id="rId14"/>
    <p:sldId id="402" r:id="rId15"/>
    <p:sldId id="392" r:id="rId16"/>
  </p:sldIdLst>
  <p:sldSz cx="9144000" cy="5143500" type="screen16x9"/>
  <p:notesSz cx="6858000" cy="9144000"/>
  <p:embeddedFontLst>
    <p:embeddedFont>
      <p:font typeface="Source Sans 3" panose="020B0303030403020204" pitchFamily="3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66FA"/>
    <a:srgbClr val="2C2E73"/>
    <a:srgbClr val="3C3F9F"/>
    <a:srgbClr val="474BBC"/>
    <a:srgbClr val="5357DB"/>
    <a:srgbClr val="36398E"/>
    <a:srgbClr val="E268CE"/>
    <a:srgbClr val="FF4B67"/>
    <a:srgbClr val="FF2D2D"/>
    <a:srgbClr val="FF00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46A5F5B-8E2F-4062-AED1-2DBEE5622DB5}">
  <a:tblStyle styleId="{046A5F5B-8E2F-4062-AED1-2DBEE5622D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58"/>
    <p:restoredTop sz="94694"/>
  </p:normalViewPr>
  <p:slideViewPr>
    <p:cSldViewPr snapToGrid="0">
      <p:cViewPr>
        <p:scale>
          <a:sx n="101" d="100"/>
          <a:sy n="101" d="100"/>
        </p:scale>
        <p:origin x="952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t" anchorCtr="1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srgbClr val="000000"/>
                </a:solidFill>
                <a:latin typeface="Source Sans 3" panose="020B0303030403020204" pitchFamily="34" charset="0"/>
                <a:ea typeface="+mn-ea"/>
                <a:cs typeface="+mn-cs"/>
              </a:defRPr>
            </a:pPr>
            <a:r>
              <a:rPr kumimoji="0" lang="ru-RU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 panose="020B0303030403020204" pitchFamily="34" charset="0"/>
                <a:cs typeface="Arial"/>
                <a:sym typeface="Montserrat"/>
              </a:rPr>
              <a:t>Кол-во участников, млн:</a:t>
            </a:r>
            <a:endParaRPr kumimoji="0" lang="ru-RU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3" panose="020B0303030403020204" pitchFamily="34" charset="0"/>
              <a:cs typeface="Arial"/>
              <a:sym typeface="Montserrat"/>
            </a:endParaRPr>
          </a:p>
        </c:rich>
      </c:tx>
      <c:layout>
        <c:manualLayout>
          <c:xMode val="edge"/>
          <c:yMode val="edge"/>
          <c:x val="1.202327321561999E-2"/>
          <c:y val="9.594279115238760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t" anchorCtr="1"/>
        <a:lstStyle/>
        <a:p>
          <a:pPr marL="0" marR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srgbClr val="000000"/>
              </a:solidFill>
              <a:latin typeface="Source Sans 3" panose="020B0303030403020204" pitchFamily="34" charset="0"/>
              <a:ea typeface="+mn-ea"/>
              <a:cs typeface="+mn-cs"/>
            </a:defRPr>
          </a:pPr>
          <a:endParaRPr lang="ru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Лист1!$A$1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6266FA"/>
            </a:solidFill>
            <a:ln>
              <a:noFill/>
            </a:ln>
            <a:effectLst/>
          </c:spPr>
          <c:invertIfNegative val="0"/>
          <c:val>
            <c:numRef>
              <c:f>Лист1!$A$2</c:f>
              <c:numCache>
                <c:formatCode>General</c:formatCode>
                <c:ptCount val="1"/>
                <c:pt idx="0">
                  <c:v>2.15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1D-7643-BFEC-FD2874860D69}"/>
            </c:ext>
          </c:extLst>
        </c:ser>
        <c:ser>
          <c:idx val="2"/>
          <c:order val="1"/>
          <c:tx>
            <c:strRef>
              <c:f>Лист1!$B$1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5357DB"/>
            </a:solidFill>
            <a:ln>
              <a:noFill/>
            </a:ln>
            <a:effectLst/>
          </c:spPr>
          <c:invertIfNegative val="0"/>
          <c:val>
            <c:numRef>
              <c:f>Лист1!$B$2</c:f>
              <c:numCache>
                <c:formatCode>General</c:formatCode>
                <c:ptCount val="1"/>
                <c:pt idx="0">
                  <c:v>2.2599999999999998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E1D-7643-BFEC-FD2874860D69}"/>
            </c:ext>
          </c:extLst>
        </c:ser>
        <c:ser>
          <c:idx val="3"/>
          <c:order val="2"/>
          <c:tx>
            <c:strRef>
              <c:f>Лист1!$C$1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474BBC"/>
            </a:solidFill>
            <a:ln>
              <a:noFill/>
            </a:ln>
            <a:effectLst/>
          </c:spPr>
          <c:invertIfNegative val="0"/>
          <c:val>
            <c:numRef>
              <c:f>Лист1!$C$2</c:f>
              <c:numCache>
                <c:formatCode>General</c:formatCode>
                <c:ptCount val="1"/>
                <c:pt idx="0">
                  <c:v>2.33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E1D-7643-BFEC-FD2874860D69}"/>
            </c:ext>
          </c:extLst>
        </c:ser>
        <c:ser>
          <c:idx val="4"/>
          <c:order val="3"/>
          <c:tx>
            <c:strRef>
              <c:f>Лист1!$D$1</c:f>
              <c:strCache>
                <c:ptCount val="1"/>
                <c:pt idx="0">
                  <c:v>2026 (прогноз)</c:v>
                </c:pt>
              </c:strCache>
            </c:strRef>
          </c:tx>
          <c:spPr>
            <a:solidFill>
              <a:srgbClr val="3C3F9F"/>
            </a:solidFill>
            <a:ln>
              <a:noFill/>
            </a:ln>
            <a:effectLst/>
          </c:spPr>
          <c:invertIfNegative val="0"/>
          <c:val>
            <c:numRef>
              <c:f>Лист1!$D$2</c:f>
              <c:numCache>
                <c:formatCode>General</c:formatCode>
                <c:ptCount val="1"/>
                <c:pt idx="0">
                  <c:v>2.41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E1D-7643-BFEC-FD2874860D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76148623"/>
        <c:axId val="1175727663"/>
      </c:barChart>
      <c:catAx>
        <c:axId val="117614862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75727663"/>
        <c:crosses val="autoZero"/>
        <c:auto val="1"/>
        <c:lblAlgn val="ctr"/>
        <c:lblOffset val="100"/>
        <c:noMultiLvlLbl val="0"/>
      </c:catAx>
      <c:valAx>
        <c:axId val="1175727663"/>
        <c:scaling>
          <c:orientation val="minMax"/>
          <c:min val="1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US"/>
          </a:p>
        </c:txPr>
        <c:crossAx val="1176148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t" anchorCtr="1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srgbClr val="000000"/>
                </a:solidFill>
                <a:latin typeface="Source Sans 3" panose="020B0303030403020204" pitchFamily="34" charset="0"/>
                <a:ea typeface="+mn-ea"/>
                <a:cs typeface="+mn-cs"/>
              </a:defRPr>
            </a:pPr>
            <a:r>
              <a:rPr kumimoji="0" lang="ru-RU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 panose="020B0303030403020204" pitchFamily="34" charset="0"/>
                <a:cs typeface="Arial"/>
                <a:sym typeface="Montserrat"/>
              </a:rPr>
              <a:t>Средний балл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 panose="020B0303030403020204" pitchFamily="34" charset="0"/>
                <a:cs typeface="Arial"/>
                <a:sym typeface="Montserrat"/>
              </a:rPr>
              <a:t> </a:t>
            </a:r>
            <a:r>
              <a:rPr kumimoji="0" lang="ru-RU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 panose="020B0303030403020204" pitchFamily="34" charset="0"/>
                <a:cs typeface="Arial"/>
                <a:sym typeface="Montserrat"/>
              </a:rPr>
              <a:t>по годам:</a:t>
            </a:r>
            <a:endParaRPr kumimoji="0" lang="ru-RU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3" panose="020B0303030403020204" pitchFamily="34" charset="0"/>
              <a:cs typeface="Arial"/>
              <a:sym typeface="Montserrat"/>
            </a:endParaRPr>
          </a:p>
        </c:rich>
      </c:tx>
      <c:layout>
        <c:manualLayout>
          <c:xMode val="edge"/>
          <c:yMode val="edge"/>
          <c:x val="1.202327321561999E-2"/>
          <c:y val="9.594279115238760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t" anchorCtr="1"/>
        <a:lstStyle/>
        <a:p>
          <a:pPr marL="0" marR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srgbClr val="000000"/>
              </a:solidFill>
              <a:latin typeface="Source Sans 3" panose="020B0303030403020204" pitchFamily="34" charset="0"/>
              <a:ea typeface="+mn-ea"/>
              <a:cs typeface="+mn-cs"/>
            </a:defRPr>
          </a:pPr>
          <a:endParaRPr lang="ru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Лист1!$A$1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6266FA"/>
            </a:solidFill>
            <a:ln>
              <a:noFill/>
            </a:ln>
            <a:effectLst/>
          </c:spPr>
          <c:invertIfNegative val="0"/>
          <c:val>
            <c:numRef>
              <c:f>Лист1!$A$2</c:f>
              <c:numCache>
                <c:formatCode>General</c:formatCode>
                <c:ptCount val="1"/>
                <c:pt idx="0">
                  <c:v>54.2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Лист1!#REF!</c15:sqref>
                        </c15:formulaRef>
                      </c:ext>
                    </c:extLst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1-BE1D-7643-BFEC-FD2874860D69}"/>
            </c:ext>
          </c:extLst>
        </c:ser>
        <c:ser>
          <c:idx val="2"/>
          <c:order val="1"/>
          <c:tx>
            <c:strRef>
              <c:f>Лист1!$B$1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5357DB"/>
            </a:solidFill>
            <a:ln>
              <a:noFill/>
            </a:ln>
            <a:effectLst/>
          </c:spPr>
          <c:invertIfNegative val="0"/>
          <c:val>
            <c:numRef>
              <c:f>Лист1!$B$2</c:f>
              <c:numCache>
                <c:formatCode>General</c:formatCode>
                <c:ptCount val="1"/>
                <c:pt idx="0">
                  <c:v>55.1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Лист1!#REF!</c15:sqref>
                        </c15:formulaRef>
                      </c:ext>
                    </c:extLst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2-BE1D-7643-BFEC-FD2874860D69}"/>
            </c:ext>
          </c:extLst>
        </c:ser>
        <c:ser>
          <c:idx val="3"/>
          <c:order val="2"/>
          <c:tx>
            <c:strRef>
              <c:f>Лист1!$C$1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474BBC"/>
            </a:solidFill>
            <a:ln>
              <a:noFill/>
            </a:ln>
            <a:effectLst/>
          </c:spPr>
          <c:invertIfNegative val="0"/>
          <c:val>
            <c:numRef>
              <c:f>Лист1!$C$2</c:f>
              <c:numCache>
                <c:formatCode>General</c:formatCode>
                <c:ptCount val="1"/>
                <c:pt idx="0">
                  <c:v>56.9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Лист1!#REF!</c15:sqref>
                        </c15:formulaRef>
                      </c:ext>
                    </c:extLst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3-BE1D-7643-BFEC-FD2874860D69}"/>
            </c:ext>
          </c:extLst>
        </c:ser>
        <c:ser>
          <c:idx val="4"/>
          <c:order val="3"/>
          <c:tx>
            <c:strRef>
              <c:f>Лист1!$D$1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3C3F9F"/>
            </a:solidFill>
            <a:ln>
              <a:noFill/>
            </a:ln>
            <a:effectLst/>
          </c:spPr>
          <c:invertIfNegative val="0"/>
          <c:val>
            <c:numRef>
              <c:f>Лист1!$D$2</c:f>
              <c:numCache>
                <c:formatCode>General</c:formatCode>
                <c:ptCount val="1"/>
                <c:pt idx="0">
                  <c:v>55.6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Лист1!#REF!</c15:sqref>
                        </c15:formulaRef>
                      </c:ext>
                    </c:extLst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4-BE1D-7643-BFEC-FD2874860D69}"/>
            </c:ext>
          </c:extLst>
        </c:ser>
        <c:ser>
          <c:idx val="5"/>
          <c:order val="4"/>
          <c:tx>
            <c:strRef>
              <c:f>Лист1!$E$1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2C2E73"/>
            </a:solidFill>
            <a:ln>
              <a:noFill/>
            </a:ln>
            <a:effectLst/>
          </c:spPr>
          <c:invertIfNegative val="0"/>
          <c:val>
            <c:numRef>
              <c:f>Лист1!$E$2</c:f>
              <c:numCache>
                <c:formatCode>General</c:formatCode>
                <c:ptCount val="1"/>
                <c:pt idx="0">
                  <c:v>62.5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Лист1!#REF!</c15:sqref>
                        </c15:formulaRef>
                      </c:ext>
                    </c:extLst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5-BE1D-7643-BFEC-FD2874860D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76148623"/>
        <c:axId val="1175727663"/>
      </c:barChart>
      <c:catAx>
        <c:axId val="117614862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75727663"/>
        <c:crosses val="autoZero"/>
        <c:auto val="1"/>
        <c:lblAlgn val="ctr"/>
        <c:lblOffset val="100"/>
        <c:noMultiLvlLbl val="0"/>
      </c:catAx>
      <c:valAx>
        <c:axId val="1175727663"/>
        <c:scaling>
          <c:orientation val="minMax"/>
          <c:min val="3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US"/>
          </a:p>
        </c:txPr>
        <c:crossAx val="1176148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11b1286f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111b1286f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370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11b1286f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111b1286f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0771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11b1286f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111b1286f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6198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11b1286f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111b1286f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1700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11b1286f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111b1286f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0270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11b1286f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111b1286f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57942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11b1286f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111b1286f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8735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11b1286f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111b1286f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8607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11b1286f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111b1286f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42924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11b1286f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111b1286f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654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11b1286f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111b1286f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93111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11b1286f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111b1286f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92305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11b1286f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111b1286f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43424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11b1286f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111b1286f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8073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11b1286f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111b1286f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5429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 rot="2885269" flipH="1">
            <a:off x="-410453" y="-848469"/>
            <a:ext cx="1599178" cy="3434917"/>
          </a:xfrm>
          <a:custGeom>
            <a:avLst/>
            <a:gdLst/>
            <a:ahLst/>
            <a:cxnLst/>
            <a:rect l="l" t="t" r="r" b="b"/>
            <a:pathLst>
              <a:path w="45078" h="72177" fill="none" extrusionOk="0">
                <a:moveTo>
                  <a:pt x="1" y="72176"/>
                </a:moveTo>
                <a:cubicBezTo>
                  <a:pt x="2584" y="64699"/>
                  <a:pt x="5406" y="56591"/>
                  <a:pt x="8144" y="51340"/>
                </a:cubicBezTo>
                <a:cubicBezTo>
                  <a:pt x="11050" y="45804"/>
                  <a:pt x="13800" y="42720"/>
                  <a:pt x="19705" y="40553"/>
                </a:cubicBezTo>
                <a:cubicBezTo>
                  <a:pt x="22634" y="39470"/>
                  <a:pt x="25766" y="39005"/>
                  <a:pt x="28885" y="39184"/>
                </a:cubicBezTo>
                <a:cubicBezTo>
                  <a:pt x="31993" y="39375"/>
                  <a:pt x="34791" y="40625"/>
                  <a:pt x="37910" y="39875"/>
                </a:cubicBezTo>
                <a:cubicBezTo>
                  <a:pt x="40863" y="39172"/>
                  <a:pt x="43470" y="37148"/>
                  <a:pt x="44328" y="34172"/>
                </a:cubicBezTo>
                <a:cubicBezTo>
                  <a:pt x="45078" y="31540"/>
                  <a:pt x="44328" y="28540"/>
                  <a:pt x="42482" y="26540"/>
                </a:cubicBezTo>
                <a:cubicBezTo>
                  <a:pt x="40458" y="24349"/>
                  <a:pt x="37470" y="24075"/>
                  <a:pt x="34814" y="23087"/>
                </a:cubicBezTo>
                <a:cubicBezTo>
                  <a:pt x="31564" y="21861"/>
                  <a:pt x="28206" y="20968"/>
                  <a:pt x="25325" y="18943"/>
                </a:cubicBezTo>
                <a:cubicBezTo>
                  <a:pt x="19015" y="14514"/>
                  <a:pt x="16884" y="7228"/>
                  <a:pt x="15538" y="1"/>
                </a:cubicBezTo>
              </a:path>
            </a:pathLst>
          </a:custGeom>
          <a:noFill/>
          <a:ln w="38100" cap="flat" cmpd="sng">
            <a:solidFill>
              <a:srgbClr val="6266FA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4961734" flipH="1">
            <a:off x="-1319757" y="2341490"/>
            <a:ext cx="2452903" cy="2080751"/>
          </a:xfrm>
          <a:custGeom>
            <a:avLst/>
            <a:gdLst/>
            <a:ahLst/>
            <a:cxnLst/>
            <a:rect l="l" t="t" r="r" b="b"/>
            <a:pathLst>
              <a:path w="69141" h="58651" fill="none" extrusionOk="0">
                <a:moveTo>
                  <a:pt x="69140" y="1"/>
                </a:moveTo>
                <a:cubicBezTo>
                  <a:pt x="62044" y="5466"/>
                  <a:pt x="54317" y="11395"/>
                  <a:pt x="48447" y="14645"/>
                </a:cubicBezTo>
                <a:cubicBezTo>
                  <a:pt x="42256" y="18074"/>
                  <a:pt x="37731" y="19289"/>
                  <a:pt x="30790" y="17670"/>
                </a:cubicBezTo>
                <a:cubicBezTo>
                  <a:pt x="27349" y="16860"/>
                  <a:pt x="24087" y="15360"/>
                  <a:pt x="21253" y="13240"/>
                </a:cubicBezTo>
                <a:cubicBezTo>
                  <a:pt x="18431" y="11133"/>
                  <a:pt x="16550" y="8204"/>
                  <a:pt x="13133" y="6966"/>
                </a:cubicBezTo>
                <a:cubicBezTo>
                  <a:pt x="9895" y="5799"/>
                  <a:pt x="6180" y="6085"/>
                  <a:pt x="3501" y="8383"/>
                </a:cubicBezTo>
                <a:cubicBezTo>
                  <a:pt x="1155" y="10395"/>
                  <a:pt x="1" y="13705"/>
                  <a:pt x="501" y="16753"/>
                </a:cubicBezTo>
                <a:cubicBezTo>
                  <a:pt x="1060" y="20087"/>
                  <a:pt x="3715" y="22206"/>
                  <a:pt x="5608" y="24790"/>
                </a:cubicBezTo>
                <a:cubicBezTo>
                  <a:pt x="7930" y="27968"/>
                  <a:pt x="10549" y="30921"/>
                  <a:pt x="12014" y="34624"/>
                </a:cubicBezTo>
                <a:cubicBezTo>
                  <a:pt x="15229" y="42744"/>
                  <a:pt x="12716" y="50971"/>
                  <a:pt x="9490" y="58651"/>
                </a:cubicBezTo>
              </a:path>
            </a:pathLst>
          </a:custGeom>
          <a:noFill/>
          <a:ln w="38100" cap="flat" cmpd="sng">
            <a:solidFill>
              <a:srgbClr val="6266FA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CEDC74-414C-16AB-DC14-FA72D04A11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936064">
            <a:off x="8039211" y="3240037"/>
            <a:ext cx="1191121" cy="1116675"/>
          </a:xfrm>
          <a:prstGeom prst="rect">
            <a:avLst/>
          </a:prstGeom>
        </p:spPr>
      </p:pic>
      <p:sp>
        <p:nvSpPr>
          <p:cNvPr id="13" name="Google Shape;13;p2"/>
          <p:cNvSpPr/>
          <p:nvPr/>
        </p:nvSpPr>
        <p:spPr>
          <a:xfrm rot="-2038647">
            <a:off x="8420930" y="3007230"/>
            <a:ext cx="1586664" cy="2194671"/>
          </a:xfrm>
          <a:custGeom>
            <a:avLst/>
            <a:gdLst/>
            <a:ahLst/>
            <a:cxnLst/>
            <a:rect l="l" t="t" r="r" b="b"/>
            <a:pathLst>
              <a:path w="69141" h="58651" fill="none" extrusionOk="0">
                <a:moveTo>
                  <a:pt x="69140" y="1"/>
                </a:moveTo>
                <a:cubicBezTo>
                  <a:pt x="62044" y="5466"/>
                  <a:pt x="54317" y="11395"/>
                  <a:pt x="48447" y="14645"/>
                </a:cubicBezTo>
                <a:cubicBezTo>
                  <a:pt x="42256" y="18074"/>
                  <a:pt x="37731" y="19289"/>
                  <a:pt x="30790" y="17670"/>
                </a:cubicBezTo>
                <a:cubicBezTo>
                  <a:pt x="27349" y="16860"/>
                  <a:pt x="24087" y="15360"/>
                  <a:pt x="21253" y="13240"/>
                </a:cubicBezTo>
                <a:cubicBezTo>
                  <a:pt x="18431" y="11133"/>
                  <a:pt x="16550" y="8204"/>
                  <a:pt x="13133" y="6966"/>
                </a:cubicBezTo>
                <a:cubicBezTo>
                  <a:pt x="9895" y="5799"/>
                  <a:pt x="6180" y="6085"/>
                  <a:pt x="3501" y="8383"/>
                </a:cubicBezTo>
                <a:cubicBezTo>
                  <a:pt x="1155" y="10395"/>
                  <a:pt x="1" y="13705"/>
                  <a:pt x="501" y="16753"/>
                </a:cubicBezTo>
                <a:cubicBezTo>
                  <a:pt x="1060" y="20087"/>
                  <a:pt x="3715" y="22206"/>
                  <a:pt x="5608" y="24790"/>
                </a:cubicBezTo>
                <a:cubicBezTo>
                  <a:pt x="7930" y="27968"/>
                  <a:pt x="10549" y="30921"/>
                  <a:pt x="12014" y="34624"/>
                </a:cubicBezTo>
                <a:cubicBezTo>
                  <a:pt x="15229" y="42744"/>
                  <a:pt x="12716" y="50971"/>
                  <a:pt x="9490" y="58651"/>
                </a:cubicBezTo>
              </a:path>
            </a:pathLst>
          </a:custGeom>
          <a:noFill/>
          <a:ln w="38100" cap="flat" cmpd="sng">
            <a:solidFill>
              <a:srgbClr val="6266FA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BB6BDA-49FA-BCCF-17FA-9086D7B31E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636" t="7715" r="7422" b="13089"/>
          <a:stretch/>
        </p:blipFill>
        <p:spPr>
          <a:xfrm rot="20432932">
            <a:off x="287820" y="3547384"/>
            <a:ext cx="1197092" cy="11843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 rot="3200367">
            <a:off x="7721172" y="1585987"/>
            <a:ext cx="3875824" cy="1456989"/>
          </a:xfrm>
          <a:custGeom>
            <a:avLst/>
            <a:gdLst/>
            <a:ahLst/>
            <a:cxnLst/>
            <a:rect l="l" t="t" r="r" b="b"/>
            <a:pathLst>
              <a:path w="105681" h="51698" fill="none" extrusionOk="0">
                <a:moveTo>
                  <a:pt x="11062" y="0"/>
                </a:moveTo>
                <a:cubicBezTo>
                  <a:pt x="3228" y="4168"/>
                  <a:pt x="1" y="14431"/>
                  <a:pt x="2180" y="23027"/>
                </a:cubicBezTo>
                <a:cubicBezTo>
                  <a:pt x="4359" y="31623"/>
                  <a:pt x="10955" y="38541"/>
                  <a:pt x="18491" y="43208"/>
                </a:cubicBezTo>
                <a:cubicBezTo>
                  <a:pt x="26909" y="48423"/>
                  <a:pt x="36756" y="51304"/>
                  <a:pt x="46650" y="51435"/>
                </a:cubicBezTo>
                <a:cubicBezTo>
                  <a:pt x="66557" y="51697"/>
                  <a:pt x="86155" y="41172"/>
                  <a:pt x="105681" y="45053"/>
                </a:cubicBezTo>
              </a:path>
            </a:pathLst>
          </a:custGeom>
          <a:noFill/>
          <a:ln w="38100" cap="flat" cmpd="sng">
            <a:solidFill>
              <a:srgbClr val="6266FA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11;p7">
            <a:extLst>
              <a:ext uri="{FF2B5EF4-FFF2-40B4-BE49-F238E27FC236}">
                <a16:creationId xmlns:a16="http://schemas.microsoft.com/office/drawing/2014/main" id="{BF7DCA0D-BE34-DCE6-2EE2-3D5A2C73DFBE}"/>
              </a:ext>
            </a:extLst>
          </p:cNvPr>
          <p:cNvSpPr/>
          <p:nvPr userDrawn="1"/>
        </p:nvSpPr>
        <p:spPr>
          <a:xfrm rot="11090943">
            <a:off x="338379" y="4633041"/>
            <a:ext cx="2978593" cy="1457095"/>
          </a:xfrm>
          <a:custGeom>
            <a:avLst/>
            <a:gdLst/>
            <a:ahLst/>
            <a:cxnLst/>
            <a:rect l="l" t="t" r="r" b="b"/>
            <a:pathLst>
              <a:path w="105681" h="51698" fill="none" extrusionOk="0">
                <a:moveTo>
                  <a:pt x="11062" y="0"/>
                </a:moveTo>
                <a:cubicBezTo>
                  <a:pt x="3228" y="4168"/>
                  <a:pt x="1" y="14431"/>
                  <a:pt x="2180" y="23027"/>
                </a:cubicBezTo>
                <a:cubicBezTo>
                  <a:pt x="4359" y="31623"/>
                  <a:pt x="10955" y="38541"/>
                  <a:pt x="18491" y="43208"/>
                </a:cubicBezTo>
                <a:cubicBezTo>
                  <a:pt x="26909" y="48423"/>
                  <a:pt x="36756" y="51304"/>
                  <a:pt x="46650" y="51435"/>
                </a:cubicBezTo>
                <a:cubicBezTo>
                  <a:pt x="66557" y="51697"/>
                  <a:pt x="86155" y="41172"/>
                  <a:pt x="105681" y="45053"/>
                </a:cubicBezTo>
              </a:path>
            </a:pathLst>
          </a:custGeom>
          <a:noFill/>
          <a:ln w="38100" cap="flat" cmpd="sng">
            <a:solidFill>
              <a:srgbClr val="6266FA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9EA0DF6-75DE-DA5A-E27C-509A72AF96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936064">
            <a:off x="8213376" y="1879299"/>
            <a:ext cx="1191121" cy="11166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800A721-B3F8-5637-B72F-5E73F62B037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426286">
            <a:off x="1967203" y="4468782"/>
            <a:ext cx="1095266" cy="10222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 userDrawn="1">
  <p:cSld name="ONE_COLUMN_TEXT_2"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7"/>
          <p:cNvSpPr/>
          <p:nvPr/>
        </p:nvSpPr>
        <p:spPr>
          <a:xfrm rot="9306927">
            <a:off x="4940181" y="4840616"/>
            <a:ext cx="2978640" cy="1457118"/>
          </a:xfrm>
          <a:custGeom>
            <a:avLst/>
            <a:gdLst/>
            <a:ahLst/>
            <a:cxnLst/>
            <a:rect l="l" t="t" r="r" b="b"/>
            <a:pathLst>
              <a:path w="105681" h="51698" fill="none" extrusionOk="0">
                <a:moveTo>
                  <a:pt x="11062" y="0"/>
                </a:moveTo>
                <a:cubicBezTo>
                  <a:pt x="3228" y="4168"/>
                  <a:pt x="1" y="14431"/>
                  <a:pt x="2180" y="23027"/>
                </a:cubicBezTo>
                <a:cubicBezTo>
                  <a:pt x="4359" y="31623"/>
                  <a:pt x="10955" y="38541"/>
                  <a:pt x="18491" y="43208"/>
                </a:cubicBezTo>
                <a:cubicBezTo>
                  <a:pt x="26909" y="48423"/>
                  <a:pt x="36756" y="51304"/>
                  <a:pt x="46650" y="51435"/>
                </a:cubicBezTo>
                <a:cubicBezTo>
                  <a:pt x="66557" y="51697"/>
                  <a:pt x="86155" y="41172"/>
                  <a:pt x="105681" y="45053"/>
                </a:cubicBezTo>
              </a:path>
            </a:pathLst>
          </a:custGeom>
          <a:noFill/>
          <a:ln w="38100" cap="flat" cmpd="sng">
            <a:solidFill>
              <a:srgbClr val="6266FA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37"/>
          <p:cNvSpPr/>
          <p:nvPr/>
        </p:nvSpPr>
        <p:spPr>
          <a:xfrm rot="289870" flipH="1">
            <a:off x="8119682" y="3215905"/>
            <a:ext cx="2048636" cy="3754987"/>
          </a:xfrm>
          <a:custGeom>
            <a:avLst/>
            <a:gdLst/>
            <a:ahLst/>
            <a:cxnLst/>
            <a:rect l="l" t="t" r="r" b="b"/>
            <a:pathLst>
              <a:path w="45078" h="72177" fill="none" extrusionOk="0">
                <a:moveTo>
                  <a:pt x="1" y="72176"/>
                </a:moveTo>
                <a:cubicBezTo>
                  <a:pt x="2584" y="64699"/>
                  <a:pt x="5406" y="56591"/>
                  <a:pt x="8144" y="51340"/>
                </a:cubicBezTo>
                <a:cubicBezTo>
                  <a:pt x="11050" y="45804"/>
                  <a:pt x="13800" y="42720"/>
                  <a:pt x="19705" y="40553"/>
                </a:cubicBezTo>
                <a:cubicBezTo>
                  <a:pt x="22634" y="39470"/>
                  <a:pt x="25766" y="39005"/>
                  <a:pt x="28885" y="39184"/>
                </a:cubicBezTo>
                <a:cubicBezTo>
                  <a:pt x="31993" y="39375"/>
                  <a:pt x="34791" y="40625"/>
                  <a:pt x="37910" y="39875"/>
                </a:cubicBezTo>
                <a:cubicBezTo>
                  <a:pt x="40863" y="39172"/>
                  <a:pt x="43470" y="37148"/>
                  <a:pt x="44328" y="34172"/>
                </a:cubicBezTo>
                <a:cubicBezTo>
                  <a:pt x="45078" y="31540"/>
                  <a:pt x="44328" y="28540"/>
                  <a:pt x="42482" y="26540"/>
                </a:cubicBezTo>
                <a:cubicBezTo>
                  <a:pt x="40458" y="24349"/>
                  <a:pt x="37470" y="24075"/>
                  <a:pt x="34814" y="23087"/>
                </a:cubicBezTo>
                <a:cubicBezTo>
                  <a:pt x="31564" y="21861"/>
                  <a:pt x="28206" y="20968"/>
                  <a:pt x="25325" y="18943"/>
                </a:cubicBezTo>
                <a:cubicBezTo>
                  <a:pt x="19015" y="14514"/>
                  <a:pt x="16884" y="7228"/>
                  <a:pt x="15538" y="1"/>
                </a:cubicBezTo>
              </a:path>
            </a:pathLst>
          </a:custGeom>
          <a:noFill/>
          <a:ln w="38100" cap="flat" cmpd="sng">
            <a:solidFill>
              <a:srgbClr val="6266FA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37"/>
          <p:cNvSpPr/>
          <p:nvPr/>
        </p:nvSpPr>
        <p:spPr>
          <a:xfrm rot="4442795" flipH="1">
            <a:off x="7855657" y="51424"/>
            <a:ext cx="2978648" cy="1457122"/>
          </a:xfrm>
          <a:custGeom>
            <a:avLst/>
            <a:gdLst/>
            <a:ahLst/>
            <a:cxnLst/>
            <a:rect l="l" t="t" r="r" b="b"/>
            <a:pathLst>
              <a:path w="105681" h="51698" fill="none" extrusionOk="0">
                <a:moveTo>
                  <a:pt x="11062" y="0"/>
                </a:moveTo>
                <a:cubicBezTo>
                  <a:pt x="3228" y="4168"/>
                  <a:pt x="1" y="14431"/>
                  <a:pt x="2180" y="23027"/>
                </a:cubicBezTo>
                <a:cubicBezTo>
                  <a:pt x="4359" y="31623"/>
                  <a:pt x="10955" y="38541"/>
                  <a:pt x="18491" y="43208"/>
                </a:cubicBezTo>
                <a:cubicBezTo>
                  <a:pt x="26909" y="48423"/>
                  <a:pt x="36756" y="51304"/>
                  <a:pt x="46650" y="51435"/>
                </a:cubicBezTo>
                <a:cubicBezTo>
                  <a:pt x="66557" y="51697"/>
                  <a:pt x="86155" y="41172"/>
                  <a:pt x="105681" y="45053"/>
                </a:cubicBezTo>
              </a:path>
            </a:pathLst>
          </a:custGeom>
          <a:noFill/>
          <a:ln w="38100" cap="flat" cmpd="sng">
            <a:solidFill>
              <a:srgbClr val="6266FA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37"/>
          <p:cNvSpPr/>
          <p:nvPr/>
        </p:nvSpPr>
        <p:spPr>
          <a:xfrm rot="504842">
            <a:off x="-1629015" y="1369627"/>
            <a:ext cx="2048645" cy="3755032"/>
          </a:xfrm>
          <a:custGeom>
            <a:avLst/>
            <a:gdLst/>
            <a:ahLst/>
            <a:cxnLst/>
            <a:rect l="l" t="t" r="r" b="b"/>
            <a:pathLst>
              <a:path w="45078" h="72177" fill="none" extrusionOk="0">
                <a:moveTo>
                  <a:pt x="1" y="72176"/>
                </a:moveTo>
                <a:cubicBezTo>
                  <a:pt x="2584" y="64699"/>
                  <a:pt x="5406" y="56591"/>
                  <a:pt x="8144" y="51340"/>
                </a:cubicBezTo>
                <a:cubicBezTo>
                  <a:pt x="11050" y="45804"/>
                  <a:pt x="13800" y="42720"/>
                  <a:pt x="19705" y="40553"/>
                </a:cubicBezTo>
                <a:cubicBezTo>
                  <a:pt x="22634" y="39470"/>
                  <a:pt x="25766" y="39005"/>
                  <a:pt x="28885" y="39184"/>
                </a:cubicBezTo>
                <a:cubicBezTo>
                  <a:pt x="31993" y="39375"/>
                  <a:pt x="34791" y="40625"/>
                  <a:pt x="37910" y="39875"/>
                </a:cubicBezTo>
                <a:cubicBezTo>
                  <a:pt x="40863" y="39172"/>
                  <a:pt x="43470" y="37148"/>
                  <a:pt x="44328" y="34172"/>
                </a:cubicBezTo>
                <a:cubicBezTo>
                  <a:pt x="45078" y="31540"/>
                  <a:pt x="44328" y="28540"/>
                  <a:pt x="42482" y="26540"/>
                </a:cubicBezTo>
                <a:cubicBezTo>
                  <a:pt x="40458" y="24349"/>
                  <a:pt x="37470" y="24075"/>
                  <a:pt x="34814" y="23087"/>
                </a:cubicBezTo>
                <a:cubicBezTo>
                  <a:pt x="31564" y="21861"/>
                  <a:pt x="28206" y="20968"/>
                  <a:pt x="25325" y="18943"/>
                </a:cubicBezTo>
                <a:cubicBezTo>
                  <a:pt x="19015" y="14514"/>
                  <a:pt x="16884" y="7228"/>
                  <a:pt x="15538" y="1"/>
                </a:cubicBezTo>
              </a:path>
            </a:pathLst>
          </a:custGeom>
          <a:noFill/>
          <a:ln w="38100" cap="flat" cmpd="sng">
            <a:solidFill>
              <a:srgbClr val="6266FA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DFAED1F-8B1B-244A-13D8-8C9C818DB6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12645">
            <a:off x="6991884" y="3775590"/>
            <a:ext cx="1524666" cy="16419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_COLUMN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/>
          <p:nvPr/>
        </p:nvSpPr>
        <p:spPr>
          <a:xfrm rot="21296088">
            <a:off x="58508" y="3950725"/>
            <a:ext cx="2978593" cy="1457095"/>
          </a:xfrm>
          <a:custGeom>
            <a:avLst/>
            <a:gdLst/>
            <a:ahLst/>
            <a:cxnLst/>
            <a:rect l="l" t="t" r="r" b="b"/>
            <a:pathLst>
              <a:path w="105681" h="51698" fill="none" extrusionOk="0">
                <a:moveTo>
                  <a:pt x="11062" y="0"/>
                </a:moveTo>
                <a:cubicBezTo>
                  <a:pt x="3228" y="4168"/>
                  <a:pt x="1" y="14431"/>
                  <a:pt x="2180" y="23027"/>
                </a:cubicBezTo>
                <a:cubicBezTo>
                  <a:pt x="4359" y="31623"/>
                  <a:pt x="10955" y="38541"/>
                  <a:pt x="18491" y="43208"/>
                </a:cubicBezTo>
                <a:cubicBezTo>
                  <a:pt x="26909" y="48423"/>
                  <a:pt x="36756" y="51304"/>
                  <a:pt x="46650" y="51435"/>
                </a:cubicBezTo>
                <a:cubicBezTo>
                  <a:pt x="66557" y="51697"/>
                  <a:pt x="86155" y="41172"/>
                  <a:pt x="105681" y="45053"/>
                </a:cubicBezTo>
              </a:path>
            </a:pathLst>
          </a:custGeom>
          <a:noFill/>
          <a:ln w="38100" cap="flat" cmpd="sng">
            <a:solidFill>
              <a:srgbClr val="6266FA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21;p9">
            <a:extLst>
              <a:ext uri="{FF2B5EF4-FFF2-40B4-BE49-F238E27FC236}">
                <a16:creationId xmlns:a16="http://schemas.microsoft.com/office/drawing/2014/main" id="{681EF41F-CB0E-683F-B119-62B186B6C73C}"/>
              </a:ext>
            </a:extLst>
          </p:cNvPr>
          <p:cNvSpPr/>
          <p:nvPr userDrawn="1"/>
        </p:nvSpPr>
        <p:spPr>
          <a:xfrm rot="15430122" flipH="1">
            <a:off x="6844620" y="4642634"/>
            <a:ext cx="2931020" cy="2640354"/>
          </a:xfrm>
          <a:custGeom>
            <a:avLst/>
            <a:gdLst/>
            <a:ahLst/>
            <a:cxnLst/>
            <a:rect l="l" t="t" r="r" b="b"/>
            <a:pathLst>
              <a:path w="69141" h="58651" fill="none" extrusionOk="0">
                <a:moveTo>
                  <a:pt x="69140" y="1"/>
                </a:moveTo>
                <a:cubicBezTo>
                  <a:pt x="62044" y="5466"/>
                  <a:pt x="54317" y="11395"/>
                  <a:pt x="48447" y="14645"/>
                </a:cubicBezTo>
                <a:cubicBezTo>
                  <a:pt x="42256" y="18074"/>
                  <a:pt x="37731" y="19289"/>
                  <a:pt x="30790" y="17670"/>
                </a:cubicBezTo>
                <a:cubicBezTo>
                  <a:pt x="27349" y="16860"/>
                  <a:pt x="24087" y="15360"/>
                  <a:pt x="21253" y="13240"/>
                </a:cubicBezTo>
                <a:cubicBezTo>
                  <a:pt x="18431" y="11133"/>
                  <a:pt x="16550" y="8204"/>
                  <a:pt x="13133" y="6966"/>
                </a:cubicBezTo>
                <a:cubicBezTo>
                  <a:pt x="9895" y="5799"/>
                  <a:pt x="6180" y="6085"/>
                  <a:pt x="3501" y="8383"/>
                </a:cubicBezTo>
                <a:cubicBezTo>
                  <a:pt x="1155" y="10395"/>
                  <a:pt x="1" y="13705"/>
                  <a:pt x="501" y="16753"/>
                </a:cubicBezTo>
                <a:cubicBezTo>
                  <a:pt x="1060" y="20087"/>
                  <a:pt x="3715" y="22206"/>
                  <a:pt x="5608" y="24790"/>
                </a:cubicBezTo>
                <a:cubicBezTo>
                  <a:pt x="7930" y="27968"/>
                  <a:pt x="10549" y="30921"/>
                  <a:pt x="12014" y="34624"/>
                </a:cubicBezTo>
                <a:cubicBezTo>
                  <a:pt x="15229" y="42744"/>
                  <a:pt x="12716" y="50971"/>
                  <a:pt x="9490" y="58651"/>
                </a:cubicBezTo>
              </a:path>
            </a:pathLst>
          </a:custGeom>
          <a:noFill/>
          <a:ln w="38100" cap="flat" cmpd="sng">
            <a:solidFill>
              <a:srgbClr val="6266FA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1;p7">
            <a:extLst>
              <a:ext uri="{FF2B5EF4-FFF2-40B4-BE49-F238E27FC236}">
                <a16:creationId xmlns:a16="http://schemas.microsoft.com/office/drawing/2014/main" id="{6482DBA3-F16E-C128-393D-2485CFC42B28}"/>
              </a:ext>
            </a:extLst>
          </p:cNvPr>
          <p:cNvSpPr/>
          <p:nvPr userDrawn="1"/>
        </p:nvSpPr>
        <p:spPr>
          <a:xfrm rot="6127662">
            <a:off x="8214681" y="2234739"/>
            <a:ext cx="2978593" cy="1457095"/>
          </a:xfrm>
          <a:custGeom>
            <a:avLst/>
            <a:gdLst/>
            <a:ahLst/>
            <a:cxnLst/>
            <a:rect l="l" t="t" r="r" b="b"/>
            <a:pathLst>
              <a:path w="105681" h="51698" fill="none" extrusionOk="0">
                <a:moveTo>
                  <a:pt x="11062" y="0"/>
                </a:moveTo>
                <a:cubicBezTo>
                  <a:pt x="3228" y="4168"/>
                  <a:pt x="1" y="14431"/>
                  <a:pt x="2180" y="23027"/>
                </a:cubicBezTo>
                <a:cubicBezTo>
                  <a:pt x="4359" y="31623"/>
                  <a:pt x="10955" y="38541"/>
                  <a:pt x="18491" y="43208"/>
                </a:cubicBezTo>
                <a:cubicBezTo>
                  <a:pt x="26909" y="48423"/>
                  <a:pt x="36756" y="51304"/>
                  <a:pt x="46650" y="51435"/>
                </a:cubicBezTo>
                <a:cubicBezTo>
                  <a:pt x="66557" y="51697"/>
                  <a:pt x="86155" y="41172"/>
                  <a:pt x="105681" y="45053"/>
                </a:cubicBezTo>
              </a:path>
            </a:pathLst>
          </a:custGeom>
          <a:noFill/>
          <a:ln w="38100" cap="flat" cmpd="sng">
            <a:solidFill>
              <a:srgbClr val="6266FA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 preserve="1" userDrawn="1">
  <p:cSld name="1_Title and text 8"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7"/>
          <p:cNvSpPr/>
          <p:nvPr/>
        </p:nvSpPr>
        <p:spPr>
          <a:xfrm rot="9306927">
            <a:off x="-204842" y="5034319"/>
            <a:ext cx="2978640" cy="1457118"/>
          </a:xfrm>
          <a:custGeom>
            <a:avLst/>
            <a:gdLst/>
            <a:ahLst/>
            <a:cxnLst/>
            <a:rect l="l" t="t" r="r" b="b"/>
            <a:pathLst>
              <a:path w="105681" h="51698" fill="none" extrusionOk="0">
                <a:moveTo>
                  <a:pt x="11062" y="0"/>
                </a:moveTo>
                <a:cubicBezTo>
                  <a:pt x="3228" y="4168"/>
                  <a:pt x="1" y="14431"/>
                  <a:pt x="2180" y="23027"/>
                </a:cubicBezTo>
                <a:cubicBezTo>
                  <a:pt x="4359" y="31623"/>
                  <a:pt x="10955" y="38541"/>
                  <a:pt x="18491" y="43208"/>
                </a:cubicBezTo>
                <a:cubicBezTo>
                  <a:pt x="26909" y="48423"/>
                  <a:pt x="36756" y="51304"/>
                  <a:pt x="46650" y="51435"/>
                </a:cubicBezTo>
                <a:cubicBezTo>
                  <a:pt x="66557" y="51697"/>
                  <a:pt x="86155" y="41172"/>
                  <a:pt x="105681" y="45053"/>
                </a:cubicBezTo>
              </a:path>
            </a:pathLst>
          </a:custGeom>
          <a:noFill/>
          <a:ln w="38100" cap="flat" cmpd="sng">
            <a:solidFill>
              <a:srgbClr val="6266FA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37"/>
          <p:cNvSpPr/>
          <p:nvPr/>
        </p:nvSpPr>
        <p:spPr>
          <a:xfrm rot="289870" flipH="1">
            <a:off x="7875843" y="3885384"/>
            <a:ext cx="2048636" cy="3754987"/>
          </a:xfrm>
          <a:custGeom>
            <a:avLst/>
            <a:gdLst/>
            <a:ahLst/>
            <a:cxnLst/>
            <a:rect l="l" t="t" r="r" b="b"/>
            <a:pathLst>
              <a:path w="45078" h="72177" fill="none" extrusionOk="0">
                <a:moveTo>
                  <a:pt x="1" y="72176"/>
                </a:moveTo>
                <a:cubicBezTo>
                  <a:pt x="2584" y="64699"/>
                  <a:pt x="5406" y="56591"/>
                  <a:pt x="8144" y="51340"/>
                </a:cubicBezTo>
                <a:cubicBezTo>
                  <a:pt x="11050" y="45804"/>
                  <a:pt x="13800" y="42720"/>
                  <a:pt x="19705" y="40553"/>
                </a:cubicBezTo>
                <a:cubicBezTo>
                  <a:pt x="22634" y="39470"/>
                  <a:pt x="25766" y="39005"/>
                  <a:pt x="28885" y="39184"/>
                </a:cubicBezTo>
                <a:cubicBezTo>
                  <a:pt x="31993" y="39375"/>
                  <a:pt x="34791" y="40625"/>
                  <a:pt x="37910" y="39875"/>
                </a:cubicBezTo>
                <a:cubicBezTo>
                  <a:pt x="40863" y="39172"/>
                  <a:pt x="43470" y="37148"/>
                  <a:pt x="44328" y="34172"/>
                </a:cubicBezTo>
                <a:cubicBezTo>
                  <a:pt x="45078" y="31540"/>
                  <a:pt x="44328" y="28540"/>
                  <a:pt x="42482" y="26540"/>
                </a:cubicBezTo>
                <a:cubicBezTo>
                  <a:pt x="40458" y="24349"/>
                  <a:pt x="37470" y="24075"/>
                  <a:pt x="34814" y="23087"/>
                </a:cubicBezTo>
                <a:cubicBezTo>
                  <a:pt x="31564" y="21861"/>
                  <a:pt x="28206" y="20968"/>
                  <a:pt x="25325" y="18943"/>
                </a:cubicBezTo>
                <a:cubicBezTo>
                  <a:pt x="19015" y="14514"/>
                  <a:pt x="16884" y="7228"/>
                  <a:pt x="15538" y="1"/>
                </a:cubicBezTo>
              </a:path>
            </a:pathLst>
          </a:custGeom>
          <a:noFill/>
          <a:ln w="38100" cap="flat" cmpd="sng">
            <a:solidFill>
              <a:srgbClr val="6266FA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37"/>
          <p:cNvSpPr/>
          <p:nvPr/>
        </p:nvSpPr>
        <p:spPr>
          <a:xfrm rot="4442795" flipH="1">
            <a:off x="7855657" y="51424"/>
            <a:ext cx="2978648" cy="1457122"/>
          </a:xfrm>
          <a:custGeom>
            <a:avLst/>
            <a:gdLst/>
            <a:ahLst/>
            <a:cxnLst/>
            <a:rect l="l" t="t" r="r" b="b"/>
            <a:pathLst>
              <a:path w="105681" h="51698" fill="none" extrusionOk="0">
                <a:moveTo>
                  <a:pt x="11062" y="0"/>
                </a:moveTo>
                <a:cubicBezTo>
                  <a:pt x="3228" y="4168"/>
                  <a:pt x="1" y="14431"/>
                  <a:pt x="2180" y="23027"/>
                </a:cubicBezTo>
                <a:cubicBezTo>
                  <a:pt x="4359" y="31623"/>
                  <a:pt x="10955" y="38541"/>
                  <a:pt x="18491" y="43208"/>
                </a:cubicBezTo>
                <a:cubicBezTo>
                  <a:pt x="26909" y="48423"/>
                  <a:pt x="36756" y="51304"/>
                  <a:pt x="46650" y="51435"/>
                </a:cubicBezTo>
                <a:cubicBezTo>
                  <a:pt x="66557" y="51697"/>
                  <a:pt x="86155" y="41172"/>
                  <a:pt x="105681" y="45053"/>
                </a:cubicBezTo>
              </a:path>
            </a:pathLst>
          </a:custGeom>
          <a:noFill/>
          <a:ln w="38100" cap="flat" cmpd="sng">
            <a:solidFill>
              <a:srgbClr val="6266FA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37"/>
          <p:cNvSpPr/>
          <p:nvPr/>
        </p:nvSpPr>
        <p:spPr>
          <a:xfrm rot="504842">
            <a:off x="-1848471" y="-227525"/>
            <a:ext cx="2048645" cy="3755032"/>
          </a:xfrm>
          <a:custGeom>
            <a:avLst/>
            <a:gdLst/>
            <a:ahLst/>
            <a:cxnLst/>
            <a:rect l="l" t="t" r="r" b="b"/>
            <a:pathLst>
              <a:path w="45078" h="72177" fill="none" extrusionOk="0">
                <a:moveTo>
                  <a:pt x="1" y="72176"/>
                </a:moveTo>
                <a:cubicBezTo>
                  <a:pt x="2584" y="64699"/>
                  <a:pt x="5406" y="56591"/>
                  <a:pt x="8144" y="51340"/>
                </a:cubicBezTo>
                <a:cubicBezTo>
                  <a:pt x="11050" y="45804"/>
                  <a:pt x="13800" y="42720"/>
                  <a:pt x="19705" y="40553"/>
                </a:cubicBezTo>
                <a:cubicBezTo>
                  <a:pt x="22634" y="39470"/>
                  <a:pt x="25766" y="39005"/>
                  <a:pt x="28885" y="39184"/>
                </a:cubicBezTo>
                <a:cubicBezTo>
                  <a:pt x="31993" y="39375"/>
                  <a:pt x="34791" y="40625"/>
                  <a:pt x="37910" y="39875"/>
                </a:cubicBezTo>
                <a:cubicBezTo>
                  <a:pt x="40863" y="39172"/>
                  <a:pt x="43470" y="37148"/>
                  <a:pt x="44328" y="34172"/>
                </a:cubicBezTo>
                <a:cubicBezTo>
                  <a:pt x="45078" y="31540"/>
                  <a:pt x="44328" y="28540"/>
                  <a:pt x="42482" y="26540"/>
                </a:cubicBezTo>
                <a:cubicBezTo>
                  <a:pt x="40458" y="24349"/>
                  <a:pt x="37470" y="24075"/>
                  <a:pt x="34814" y="23087"/>
                </a:cubicBezTo>
                <a:cubicBezTo>
                  <a:pt x="31564" y="21861"/>
                  <a:pt x="28206" y="20968"/>
                  <a:pt x="25325" y="18943"/>
                </a:cubicBezTo>
                <a:cubicBezTo>
                  <a:pt x="19015" y="14514"/>
                  <a:pt x="16884" y="7228"/>
                  <a:pt x="15538" y="1"/>
                </a:cubicBezTo>
              </a:path>
            </a:pathLst>
          </a:custGeom>
          <a:noFill/>
          <a:ln w="38100" cap="flat" cmpd="sng">
            <a:solidFill>
              <a:srgbClr val="6266FA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793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 preserve="1" userDrawn="1">
  <p:cSld name="1_Numbers and text 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4"/>
          <p:cNvSpPr/>
          <p:nvPr/>
        </p:nvSpPr>
        <p:spPr>
          <a:xfrm rot="-1684457">
            <a:off x="423991" y="-763849"/>
            <a:ext cx="2978774" cy="1457184"/>
          </a:xfrm>
          <a:custGeom>
            <a:avLst/>
            <a:gdLst/>
            <a:ahLst/>
            <a:cxnLst/>
            <a:rect l="l" t="t" r="r" b="b"/>
            <a:pathLst>
              <a:path w="105681" h="51698" fill="none" extrusionOk="0">
                <a:moveTo>
                  <a:pt x="11062" y="0"/>
                </a:moveTo>
                <a:cubicBezTo>
                  <a:pt x="3228" y="4168"/>
                  <a:pt x="1" y="14431"/>
                  <a:pt x="2180" y="23027"/>
                </a:cubicBezTo>
                <a:cubicBezTo>
                  <a:pt x="4359" y="31623"/>
                  <a:pt x="10955" y="38541"/>
                  <a:pt x="18491" y="43208"/>
                </a:cubicBezTo>
                <a:cubicBezTo>
                  <a:pt x="26909" y="48423"/>
                  <a:pt x="36756" y="51304"/>
                  <a:pt x="46650" y="51435"/>
                </a:cubicBezTo>
                <a:cubicBezTo>
                  <a:pt x="66557" y="51697"/>
                  <a:pt x="86155" y="41172"/>
                  <a:pt x="105681" y="45053"/>
                </a:cubicBezTo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4"/>
          <p:cNvSpPr/>
          <p:nvPr/>
        </p:nvSpPr>
        <p:spPr>
          <a:xfrm rot="-5034144" flipH="1">
            <a:off x="803928" y="-1912733"/>
            <a:ext cx="2048665" cy="3754951"/>
          </a:xfrm>
          <a:custGeom>
            <a:avLst/>
            <a:gdLst/>
            <a:ahLst/>
            <a:cxnLst/>
            <a:rect l="l" t="t" r="r" b="b"/>
            <a:pathLst>
              <a:path w="45078" h="72177" fill="none" extrusionOk="0">
                <a:moveTo>
                  <a:pt x="1" y="72176"/>
                </a:moveTo>
                <a:cubicBezTo>
                  <a:pt x="2584" y="64699"/>
                  <a:pt x="5406" y="56591"/>
                  <a:pt x="8144" y="51340"/>
                </a:cubicBezTo>
                <a:cubicBezTo>
                  <a:pt x="11050" y="45804"/>
                  <a:pt x="13800" y="42720"/>
                  <a:pt x="19705" y="40553"/>
                </a:cubicBezTo>
                <a:cubicBezTo>
                  <a:pt x="22634" y="39470"/>
                  <a:pt x="25766" y="39005"/>
                  <a:pt x="28885" y="39184"/>
                </a:cubicBezTo>
                <a:cubicBezTo>
                  <a:pt x="31993" y="39375"/>
                  <a:pt x="34791" y="40625"/>
                  <a:pt x="37910" y="39875"/>
                </a:cubicBezTo>
                <a:cubicBezTo>
                  <a:pt x="40863" y="39172"/>
                  <a:pt x="43470" y="37148"/>
                  <a:pt x="44328" y="34172"/>
                </a:cubicBezTo>
                <a:cubicBezTo>
                  <a:pt x="45078" y="31540"/>
                  <a:pt x="44328" y="28540"/>
                  <a:pt x="42482" y="26540"/>
                </a:cubicBezTo>
                <a:cubicBezTo>
                  <a:pt x="40458" y="24349"/>
                  <a:pt x="37470" y="24075"/>
                  <a:pt x="34814" y="23087"/>
                </a:cubicBezTo>
                <a:cubicBezTo>
                  <a:pt x="31564" y="21861"/>
                  <a:pt x="28206" y="20968"/>
                  <a:pt x="25325" y="18943"/>
                </a:cubicBezTo>
                <a:cubicBezTo>
                  <a:pt x="19015" y="14514"/>
                  <a:pt x="16884" y="7228"/>
                  <a:pt x="15538" y="1"/>
                </a:cubicBezTo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4"/>
          <p:cNvSpPr/>
          <p:nvPr/>
        </p:nvSpPr>
        <p:spPr>
          <a:xfrm rot="9041883" flipH="1">
            <a:off x="723053" y="3348519"/>
            <a:ext cx="2048677" cy="3754973"/>
          </a:xfrm>
          <a:custGeom>
            <a:avLst/>
            <a:gdLst/>
            <a:ahLst/>
            <a:cxnLst/>
            <a:rect l="l" t="t" r="r" b="b"/>
            <a:pathLst>
              <a:path w="45078" h="72177" fill="none" extrusionOk="0">
                <a:moveTo>
                  <a:pt x="1" y="72176"/>
                </a:moveTo>
                <a:cubicBezTo>
                  <a:pt x="2584" y="64699"/>
                  <a:pt x="5406" y="56591"/>
                  <a:pt x="8144" y="51340"/>
                </a:cubicBezTo>
                <a:cubicBezTo>
                  <a:pt x="11050" y="45804"/>
                  <a:pt x="13800" y="42720"/>
                  <a:pt x="19705" y="40553"/>
                </a:cubicBezTo>
                <a:cubicBezTo>
                  <a:pt x="22634" y="39470"/>
                  <a:pt x="25766" y="39005"/>
                  <a:pt x="28885" y="39184"/>
                </a:cubicBezTo>
                <a:cubicBezTo>
                  <a:pt x="31993" y="39375"/>
                  <a:pt x="34791" y="40625"/>
                  <a:pt x="37910" y="39875"/>
                </a:cubicBezTo>
                <a:cubicBezTo>
                  <a:pt x="40863" y="39172"/>
                  <a:pt x="43470" y="37148"/>
                  <a:pt x="44328" y="34172"/>
                </a:cubicBezTo>
                <a:cubicBezTo>
                  <a:pt x="45078" y="31540"/>
                  <a:pt x="44328" y="28540"/>
                  <a:pt x="42482" y="26540"/>
                </a:cubicBezTo>
                <a:cubicBezTo>
                  <a:pt x="40458" y="24349"/>
                  <a:pt x="37470" y="24075"/>
                  <a:pt x="34814" y="23087"/>
                </a:cubicBezTo>
                <a:cubicBezTo>
                  <a:pt x="31564" y="21861"/>
                  <a:pt x="28206" y="20968"/>
                  <a:pt x="25325" y="18943"/>
                </a:cubicBezTo>
                <a:cubicBezTo>
                  <a:pt x="19015" y="14514"/>
                  <a:pt x="16884" y="7228"/>
                  <a:pt x="15538" y="1"/>
                </a:cubicBezTo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4"/>
          <p:cNvSpPr/>
          <p:nvPr/>
        </p:nvSpPr>
        <p:spPr>
          <a:xfrm rot="-9114862">
            <a:off x="-1594660" y="3907259"/>
            <a:ext cx="2978790" cy="1457192"/>
          </a:xfrm>
          <a:custGeom>
            <a:avLst/>
            <a:gdLst/>
            <a:ahLst/>
            <a:cxnLst/>
            <a:rect l="l" t="t" r="r" b="b"/>
            <a:pathLst>
              <a:path w="105681" h="51698" fill="none" extrusionOk="0">
                <a:moveTo>
                  <a:pt x="11062" y="0"/>
                </a:moveTo>
                <a:cubicBezTo>
                  <a:pt x="3228" y="4168"/>
                  <a:pt x="1" y="14431"/>
                  <a:pt x="2180" y="23027"/>
                </a:cubicBezTo>
                <a:cubicBezTo>
                  <a:pt x="4359" y="31623"/>
                  <a:pt x="10955" y="38541"/>
                  <a:pt x="18491" y="43208"/>
                </a:cubicBezTo>
                <a:cubicBezTo>
                  <a:pt x="26909" y="48423"/>
                  <a:pt x="36756" y="51304"/>
                  <a:pt x="46650" y="51435"/>
                </a:cubicBezTo>
                <a:cubicBezTo>
                  <a:pt x="66557" y="51697"/>
                  <a:pt x="86155" y="41172"/>
                  <a:pt x="105681" y="45053"/>
                </a:cubicBezTo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3" name="Google Shape;373;p24"/>
          <p:cNvGrpSpPr/>
          <p:nvPr/>
        </p:nvGrpSpPr>
        <p:grpSpPr>
          <a:xfrm>
            <a:off x="7475885" y="4482577"/>
            <a:ext cx="1988949" cy="1917576"/>
            <a:chOff x="2753000" y="2238350"/>
            <a:chExt cx="1812750" cy="1747700"/>
          </a:xfrm>
        </p:grpSpPr>
        <p:sp>
          <p:nvSpPr>
            <p:cNvPr id="374" name="Google Shape;374;p24"/>
            <p:cNvSpPr/>
            <p:nvPr/>
          </p:nvSpPr>
          <p:spPr>
            <a:xfrm>
              <a:off x="2758375" y="2238350"/>
              <a:ext cx="1802025" cy="1747700"/>
            </a:xfrm>
            <a:custGeom>
              <a:avLst/>
              <a:gdLst/>
              <a:ahLst/>
              <a:cxnLst/>
              <a:rect l="l" t="t" r="r" b="b"/>
              <a:pathLst>
                <a:path w="72081" h="69908" extrusionOk="0">
                  <a:moveTo>
                    <a:pt x="36064" y="197"/>
                  </a:moveTo>
                  <a:cubicBezTo>
                    <a:pt x="41160" y="197"/>
                    <a:pt x="46232" y="1328"/>
                    <a:pt x="50971" y="3578"/>
                  </a:cubicBezTo>
                  <a:cubicBezTo>
                    <a:pt x="59353" y="7567"/>
                    <a:pt x="65675" y="14580"/>
                    <a:pt x="68783" y="23319"/>
                  </a:cubicBezTo>
                  <a:cubicBezTo>
                    <a:pt x="71890" y="32070"/>
                    <a:pt x="71402" y="41500"/>
                    <a:pt x="67413" y="49882"/>
                  </a:cubicBezTo>
                  <a:cubicBezTo>
                    <a:pt x="63425" y="58252"/>
                    <a:pt x="56412" y="64586"/>
                    <a:pt x="47673" y="67681"/>
                  </a:cubicBezTo>
                  <a:cubicBezTo>
                    <a:pt x="43867" y="69033"/>
                    <a:pt x="39932" y="69704"/>
                    <a:pt x="36012" y="69704"/>
                  </a:cubicBezTo>
                  <a:cubicBezTo>
                    <a:pt x="30920" y="69704"/>
                    <a:pt x="25852" y="68571"/>
                    <a:pt x="21122" y="66324"/>
                  </a:cubicBezTo>
                  <a:cubicBezTo>
                    <a:pt x="12740" y="62336"/>
                    <a:pt x="6418" y="55323"/>
                    <a:pt x="3310" y="46584"/>
                  </a:cubicBezTo>
                  <a:cubicBezTo>
                    <a:pt x="203" y="37833"/>
                    <a:pt x="691" y="28403"/>
                    <a:pt x="4679" y="20021"/>
                  </a:cubicBezTo>
                  <a:cubicBezTo>
                    <a:pt x="8656" y="11651"/>
                    <a:pt x="15669" y="5317"/>
                    <a:pt x="24420" y="2221"/>
                  </a:cubicBezTo>
                  <a:cubicBezTo>
                    <a:pt x="28218" y="864"/>
                    <a:pt x="32147" y="197"/>
                    <a:pt x="36064" y="197"/>
                  </a:cubicBezTo>
                  <a:close/>
                  <a:moveTo>
                    <a:pt x="36061" y="1"/>
                  </a:moveTo>
                  <a:cubicBezTo>
                    <a:pt x="32123" y="1"/>
                    <a:pt x="28172" y="675"/>
                    <a:pt x="24349" y="2031"/>
                  </a:cubicBezTo>
                  <a:cubicBezTo>
                    <a:pt x="15562" y="5150"/>
                    <a:pt x="8513" y="11520"/>
                    <a:pt x="4501" y="19938"/>
                  </a:cubicBezTo>
                  <a:cubicBezTo>
                    <a:pt x="488" y="28367"/>
                    <a:pt x="0" y="37844"/>
                    <a:pt x="3120" y="46643"/>
                  </a:cubicBezTo>
                  <a:cubicBezTo>
                    <a:pt x="6251" y="55430"/>
                    <a:pt x="12609" y="62490"/>
                    <a:pt x="21039" y="66491"/>
                  </a:cubicBezTo>
                  <a:cubicBezTo>
                    <a:pt x="25801" y="68765"/>
                    <a:pt x="30897" y="69908"/>
                    <a:pt x="36017" y="69908"/>
                  </a:cubicBezTo>
                  <a:cubicBezTo>
                    <a:pt x="39958" y="69908"/>
                    <a:pt x="43910" y="69229"/>
                    <a:pt x="47732" y="67872"/>
                  </a:cubicBezTo>
                  <a:cubicBezTo>
                    <a:pt x="56531" y="64741"/>
                    <a:pt x="63580" y="58383"/>
                    <a:pt x="67592" y="49965"/>
                  </a:cubicBezTo>
                  <a:cubicBezTo>
                    <a:pt x="71593" y="41535"/>
                    <a:pt x="72081" y="32046"/>
                    <a:pt x="68961" y="23259"/>
                  </a:cubicBezTo>
                  <a:cubicBezTo>
                    <a:pt x="65842" y="14461"/>
                    <a:pt x="59484" y="7412"/>
                    <a:pt x="51054" y="3412"/>
                  </a:cubicBezTo>
                  <a:cubicBezTo>
                    <a:pt x="46287" y="1143"/>
                    <a:pt x="41186" y="1"/>
                    <a:pt x="360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4"/>
            <p:cNvSpPr/>
            <p:nvPr/>
          </p:nvSpPr>
          <p:spPr>
            <a:xfrm>
              <a:off x="2827425" y="2267900"/>
              <a:ext cx="1663925" cy="1688400"/>
            </a:xfrm>
            <a:custGeom>
              <a:avLst/>
              <a:gdLst/>
              <a:ahLst/>
              <a:cxnLst/>
              <a:rect l="l" t="t" r="r" b="b"/>
              <a:pathLst>
                <a:path w="66557" h="67536" extrusionOk="0">
                  <a:moveTo>
                    <a:pt x="38327" y="194"/>
                  </a:moveTo>
                  <a:cubicBezTo>
                    <a:pt x="41780" y="194"/>
                    <a:pt x="45113" y="932"/>
                    <a:pt x="48209" y="2396"/>
                  </a:cubicBezTo>
                  <a:cubicBezTo>
                    <a:pt x="62020" y="8969"/>
                    <a:pt x="66556" y="28388"/>
                    <a:pt x="58329" y="45687"/>
                  </a:cubicBezTo>
                  <a:cubicBezTo>
                    <a:pt x="51961" y="59077"/>
                    <a:pt x="39781" y="67332"/>
                    <a:pt x="28196" y="67332"/>
                  </a:cubicBezTo>
                  <a:cubicBezTo>
                    <a:pt x="24813" y="67332"/>
                    <a:pt x="21481" y="66628"/>
                    <a:pt x="18360" y="65142"/>
                  </a:cubicBezTo>
                  <a:cubicBezTo>
                    <a:pt x="4549" y="58570"/>
                    <a:pt x="0" y="39151"/>
                    <a:pt x="8228" y="21851"/>
                  </a:cubicBezTo>
                  <a:cubicBezTo>
                    <a:pt x="12216" y="13469"/>
                    <a:pt x="18574" y="6825"/>
                    <a:pt x="26135" y="3158"/>
                  </a:cubicBezTo>
                  <a:cubicBezTo>
                    <a:pt x="30195" y="1182"/>
                    <a:pt x="34326" y="194"/>
                    <a:pt x="38327" y="194"/>
                  </a:cubicBezTo>
                  <a:close/>
                  <a:moveTo>
                    <a:pt x="38329" y="1"/>
                  </a:moveTo>
                  <a:cubicBezTo>
                    <a:pt x="34300" y="1"/>
                    <a:pt x="30131" y="998"/>
                    <a:pt x="26051" y="2980"/>
                  </a:cubicBezTo>
                  <a:cubicBezTo>
                    <a:pt x="18455" y="6671"/>
                    <a:pt x="12062" y="13350"/>
                    <a:pt x="8061" y="21768"/>
                  </a:cubicBezTo>
                  <a:cubicBezTo>
                    <a:pt x="4049" y="30186"/>
                    <a:pt x="2906" y="39353"/>
                    <a:pt x="4834" y="47581"/>
                  </a:cubicBezTo>
                  <a:cubicBezTo>
                    <a:pt x="6751" y="55808"/>
                    <a:pt x="11526" y="62106"/>
                    <a:pt x="18277" y="65309"/>
                  </a:cubicBezTo>
                  <a:cubicBezTo>
                    <a:pt x="21396" y="66797"/>
                    <a:pt x="24765" y="67535"/>
                    <a:pt x="28230" y="67535"/>
                  </a:cubicBezTo>
                  <a:cubicBezTo>
                    <a:pt x="32266" y="67535"/>
                    <a:pt x="36434" y="66535"/>
                    <a:pt x="40517" y="64559"/>
                  </a:cubicBezTo>
                  <a:cubicBezTo>
                    <a:pt x="48114" y="60868"/>
                    <a:pt x="54495" y="54188"/>
                    <a:pt x="58508" y="45771"/>
                  </a:cubicBezTo>
                  <a:cubicBezTo>
                    <a:pt x="62508" y="37353"/>
                    <a:pt x="63663" y="28185"/>
                    <a:pt x="61734" y="19958"/>
                  </a:cubicBezTo>
                  <a:cubicBezTo>
                    <a:pt x="59806" y="11731"/>
                    <a:pt x="55031" y="5432"/>
                    <a:pt x="48292" y="2230"/>
                  </a:cubicBezTo>
                  <a:cubicBezTo>
                    <a:pt x="45172" y="741"/>
                    <a:pt x="41803" y="1"/>
                    <a:pt x="383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4"/>
            <p:cNvSpPr/>
            <p:nvPr/>
          </p:nvSpPr>
          <p:spPr>
            <a:xfrm>
              <a:off x="3044125" y="2292125"/>
              <a:ext cx="1230525" cy="1640050"/>
            </a:xfrm>
            <a:custGeom>
              <a:avLst/>
              <a:gdLst/>
              <a:ahLst/>
              <a:cxnLst/>
              <a:rect l="l" t="t" r="r" b="b"/>
              <a:pathLst>
                <a:path w="49221" h="65602" extrusionOk="0">
                  <a:moveTo>
                    <a:pt x="33897" y="189"/>
                  </a:moveTo>
                  <a:cubicBezTo>
                    <a:pt x="35898" y="189"/>
                    <a:pt x="37803" y="606"/>
                    <a:pt x="39541" y="1427"/>
                  </a:cubicBezTo>
                  <a:cubicBezTo>
                    <a:pt x="44506" y="3797"/>
                    <a:pt x="47625" y="9274"/>
                    <a:pt x="48328" y="16858"/>
                  </a:cubicBezTo>
                  <a:cubicBezTo>
                    <a:pt x="49030" y="24466"/>
                    <a:pt x="47220" y="33265"/>
                    <a:pt x="43220" y="41659"/>
                  </a:cubicBezTo>
                  <a:cubicBezTo>
                    <a:pt x="39231" y="50040"/>
                    <a:pt x="33540" y="57006"/>
                    <a:pt x="27194" y="61256"/>
                  </a:cubicBezTo>
                  <a:cubicBezTo>
                    <a:pt x="23090" y="64008"/>
                    <a:pt x="19026" y="65410"/>
                    <a:pt x="15324" y="65410"/>
                  </a:cubicBezTo>
                  <a:cubicBezTo>
                    <a:pt x="13324" y="65410"/>
                    <a:pt x="11430" y="65000"/>
                    <a:pt x="9692" y="64173"/>
                  </a:cubicBezTo>
                  <a:cubicBezTo>
                    <a:pt x="4727" y="61804"/>
                    <a:pt x="1608" y="56327"/>
                    <a:pt x="905" y="48743"/>
                  </a:cubicBezTo>
                  <a:cubicBezTo>
                    <a:pt x="203" y="41135"/>
                    <a:pt x="2012" y="32336"/>
                    <a:pt x="6001" y="23942"/>
                  </a:cubicBezTo>
                  <a:cubicBezTo>
                    <a:pt x="9990" y="15560"/>
                    <a:pt x="15681" y="8595"/>
                    <a:pt x="22027" y="4344"/>
                  </a:cubicBezTo>
                  <a:cubicBezTo>
                    <a:pt x="26134" y="1594"/>
                    <a:pt x="30194" y="189"/>
                    <a:pt x="33897" y="189"/>
                  </a:cubicBezTo>
                  <a:close/>
                  <a:moveTo>
                    <a:pt x="33896" y="0"/>
                  </a:moveTo>
                  <a:cubicBezTo>
                    <a:pt x="30158" y="0"/>
                    <a:pt x="26062" y="1413"/>
                    <a:pt x="21920" y="4190"/>
                  </a:cubicBezTo>
                  <a:cubicBezTo>
                    <a:pt x="15550" y="8452"/>
                    <a:pt x="9835" y="15441"/>
                    <a:pt x="5822" y="23859"/>
                  </a:cubicBezTo>
                  <a:cubicBezTo>
                    <a:pt x="1822" y="32276"/>
                    <a:pt x="0" y="41123"/>
                    <a:pt x="715" y="48755"/>
                  </a:cubicBezTo>
                  <a:cubicBezTo>
                    <a:pt x="1417" y="56422"/>
                    <a:pt x="4572" y="61947"/>
                    <a:pt x="9609" y="64340"/>
                  </a:cubicBezTo>
                  <a:cubicBezTo>
                    <a:pt x="11371" y="65185"/>
                    <a:pt x="13300" y="65602"/>
                    <a:pt x="15324" y="65602"/>
                  </a:cubicBezTo>
                  <a:cubicBezTo>
                    <a:pt x="19062" y="65602"/>
                    <a:pt x="23170" y="64185"/>
                    <a:pt x="27301" y="61411"/>
                  </a:cubicBezTo>
                  <a:cubicBezTo>
                    <a:pt x="33683" y="57149"/>
                    <a:pt x="39398" y="50160"/>
                    <a:pt x="43399" y="41742"/>
                  </a:cubicBezTo>
                  <a:cubicBezTo>
                    <a:pt x="47411" y="33324"/>
                    <a:pt x="49221" y="24478"/>
                    <a:pt x="48518" y="16834"/>
                  </a:cubicBezTo>
                  <a:cubicBezTo>
                    <a:pt x="47804" y="9178"/>
                    <a:pt x="44649" y="3642"/>
                    <a:pt x="39624" y="1261"/>
                  </a:cubicBezTo>
                  <a:cubicBezTo>
                    <a:pt x="37855" y="418"/>
                    <a:pt x="35929" y="0"/>
                    <a:pt x="338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4"/>
            <p:cNvSpPr/>
            <p:nvPr/>
          </p:nvSpPr>
          <p:spPr>
            <a:xfrm>
              <a:off x="3116750" y="2309450"/>
              <a:ext cx="1041225" cy="1605475"/>
            </a:xfrm>
            <a:custGeom>
              <a:avLst/>
              <a:gdLst/>
              <a:ahLst/>
              <a:cxnLst/>
              <a:rect l="l" t="t" r="r" b="b"/>
              <a:pathLst>
                <a:path w="41649" h="64219" extrusionOk="0">
                  <a:moveTo>
                    <a:pt x="34100" y="187"/>
                  </a:moveTo>
                  <a:cubicBezTo>
                    <a:pt x="35017" y="187"/>
                    <a:pt x="35862" y="365"/>
                    <a:pt x="36636" y="734"/>
                  </a:cubicBezTo>
                  <a:cubicBezTo>
                    <a:pt x="39910" y="2294"/>
                    <a:pt x="41446" y="7021"/>
                    <a:pt x="40958" y="14034"/>
                  </a:cubicBezTo>
                  <a:cubicBezTo>
                    <a:pt x="40470" y="21070"/>
                    <a:pt x="38005" y="29571"/>
                    <a:pt x="34017" y="37965"/>
                  </a:cubicBezTo>
                  <a:cubicBezTo>
                    <a:pt x="30028" y="46359"/>
                    <a:pt x="24980" y="53634"/>
                    <a:pt x="19824" y="58456"/>
                  </a:cubicBezTo>
                  <a:cubicBezTo>
                    <a:pt x="15892" y="62124"/>
                    <a:pt x="12259" y="64025"/>
                    <a:pt x="9308" y="64025"/>
                  </a:cubicBezTo>
                  <a:cubicBezTo>
                    <a:pt x="8399" y="64025"/>
                    <a:pt x="7555" y="63845"/>
                    <a:pt x="6787" y="63480"/>
                  </a:cubicBezTo>
                  <a:cubicBezTo>
                    <a:pt x="0" y="60242"/>
                    <a:pt x="1167" y="43549"/>
                    <a:pt x="9394" y="26249"/>
                  </a:cubicBezTo>
                  <a:cubicBezTo>
                    <a:pt x="13395" y="17856"/>
                    <a:pt x="18431" y="10581"/>
                    <a:pt x="23599" y="5759"/>
                  </a:cubicBezTo>
                  <a:cubicBezTo>
                    <a:pt x="27516" y="2092"/>
                    <a:pt x="31147" y="187"/>
                    <a:pt x="34100" y="187"/>
                  </a:cubicBezTo>
                  <a:close/>
                  <a:moveTo>
                    <a:pt x="34111" y="1"/>
                  </a:moveTo>
                  <a:cubicBezTo>
                    <a:pt x="31103" y="1"/>
                    <a:pt x="27421" y="1926"/>
                    <a:pt x="23456" y="5628"/>
                  </a:cubicBezTo>
                  <a:cubicBezTo>
                    <a:pt x="18288" y="10462"/>
                    <a:pt x="13228" y="17748"/>
                    <a:pt x="9228" y="26166"/>
                  </a:cubicBezTo>
                  <a:cubicBezTo>
                    <a:pt x="5227" y="34584"/>
                    <a:pt x="2751" y="43109"/>
                    <a:pt x="2263" y="50169"/>
                  </a:cubicBezTo>
                  <a:cubicBezTo>
                    <a:pt x="1774" y="57265"/>
                    <a:pt x="3346" y="62051"/>
                    <a:pt x="6704" y="63647"/>
                  </a:cubicBezTo>
                  <a:cubicBezTo>
                    <a:pt x="7501" y="64028"/>
                    <a:pt x="8370" y="64218"/>
                    <a:pt x="9311" y="64218"/>
                  </a:cubicBezTo>
                  <a:cubicBezTo>
                    <a:pt x="12311" y="64218"/>
                    <a:pt x="15990" y="62290"/>
                    <a:pt x="19955" y="58587"/>
                  </a:cubicBezTo>
                  <a:cubicBezTo>
                    <a:pt x="25134" y="53753"/>
                    <a:pt x="30195" y="46454"/>
                    <a:pt x="34195" y="38048"/>
                  </a:cubicBezTo>
                  <a:cubicBezTo>
                    <a:pt x="38196" y="29631"/>
                    <a:pt x="40672" y="21106"/>
                    <a:pt x="41148" y="14046"/>
                  </a:cubicBezTo>
                  <a:cubicBezTo>
                    <a:pt x="41648" y="6938"/>
                    <a:pt x="40065" y="2151"/>
                    <a:pt x="36719" y="568"/>
                  </a:cubicBezTo>
                  <a:cubicBezTo>
                    <a:pt x="35923" y="188"/>
                    <a:pt x="35050" y="1"/>
                    <a:pt x="34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4"/>
            <p:cNvSpPr/>
            <p:nvPr/>
          </p:nvSpPr>
          <p:spPr>
            <a:xfrm>
              <a:off x="3245925" y="2320575"/>
              <a:ext cx="827225" cy="1583025"/>
            </a:xfrm>
            <a:custGeom>
              <a:avLst/>
              <a:gdLst/>
              <a:ahLst/>
              <a:cxnLst/>
              <a:rect l="l" t="t" r="r" b="b"/>
              <a:pathLst>
                <a:path w="33089" h="63321" extrusionOk="0">
                  <a:moveTo>
                    <a:pt x="30981" y="194"/>
                  </a:moveTo>
                  <a:cubicBezTo>
                    <a:pt x="31159" y="194"/>
                    <a:pt x="31326" y="230"/>
                    <a:pt x="31469" y="289"/>
                  </a:cubicBezTo>
                  <a:cubicBezTo>
                    <a:pt x="32886" y="968"/>
                    <a:pt x="32695" y="4969"/>
                    <a:pt x="30957" y="11267"/>
                  </a:cubicBezTo>
                  <a:cubicBezTo>
                    <a:pt x="29183" y="17696"/>
                    <a:pt x="26004" y="25864"/>
                    <a:pt x="22015" y="34270"/>
                  </a:cubicBezTo>
                  <a:cubicBezTo>
                    <a:pt x="18015" y="42664"/>
                    <a:pt x="13681" y="50284"/>
                    <a:pt x="9811" y="55713"/>
                  </a:cubicBezTo>
                  <a:cubicBezTo>
                    <a:pt x="6406" y="60499"/>
                    <a:pt x="3644" y="63130"/>
                    <a:pt x="2096" y="63130"/>
                  </a:cubicBezTo>
                  <a:cubicBezTo>
                    <a:pt x="1918" y="63130"/>
                    <a:pt x="1763" y="63095"/>
                    <a:pt x="1620" y="63035"/>
                  </a:cubicBezTo>
                  <a:cubicBezTo>
                    <a:pt x="203" y="62357"/>
                    <a:pt x="382" y="58356"/>
                    <a:pt x="2120" y="52058"/>
                  </a:cubicBezTo>
                  <a:cubicBezTo>
                    <a:pt x="3894" y="45628"/>
                    <a:pt x="7073" y="37461"/>
                    <a:pt x="11073" y="29055"/>
                  </a:cubicBezTo>
                  <a:cubicBezTo>
                    <a:pt x="15074" y="20661"/>
                    <a:pt x="19408" y="13041"/>
                    <a:pt x="23277" y="7600"/>
                  </a:cubicBezTo>
                  <a:cubicBezTo>
                    <a:pt x="26683" y="2825"/>
                    <a:pt x="29433" y="194"/>
                    <a:pt x="30981" y="194"/>
                  </a:cubicBezTo>
                  <a:close/>
                  <a:moveTo>
                    <a:pt x="30989" y="0"/>
                  </a:moveTo>
                  <a:cubicBezTo>
                    <a:pt x="29343" y="0"/>
                    <a:pt x="26595" y="2612"/>
                    <a:pt x="23123" y="7493"/>
                  </a:cubicBezTo>
                  <a:cubicBezTo>
                    <a:pt x="19241" y="12934"/>
                    <a:pt x="14895" y="20566"/>
                    <a:pt x="10895" y="28971"/>
                  </a:cubicBezTo>
                  <a:cubicBezTo>
                    <a:pt x="6894" y="37389"/>
                    <a:pt x="3715" y="45569"/>
                    <a:pt x="1941" y="52010"/>
                  </a:cubicBezTo>
                  <a:cubicBezTo>
                    <a:pt x="144" y="58499"/>
                    <a:pt x="1" y="62476"/>
                    <a:pt x="1537" y="63202"/>
                  </a:cubicBezTo>
                  <a:cubicBezTo>
                    <a:pt x="1703" y="63285"/>
                    <a:pt x="1882" y="63321"/>
                    <a:pt x="2084" y="63321"/>
                  </a:cubicBezTo>
                  <a:cubicBezTo>
                    <a:pt x="3727" y="63321"/>
                    <a:pt x="6490" y="60713"/>
                    <a:pt x="9966" y="55832"/>
                  </a:cubicBezTo>
                  <a:cubicBezTo>
                    <a:pt x="13848" y="50379"/>
                    <a:pt x="18182" y="42759"/>
                    <a:pt x="22182" y="34341"/>
                  </a:cubicBezTo>
                  <a:cubicBezTo>
                    <a:pt x="26183" y="25935"/>
                    <a:pt x="29373" y="17756"/>
                    <a:pt x="31147" y="11315"/>
                  </a:cubicBezTo>
                  <a:cubicBezTo>
                    <a:pt x="32945" y="4826"/>
                    <a:pt x="33088" y="849"/>
                    <a:pt x="31552" y="123"/>
                  </a:cubicBezTo>
                  <a:cubicBezTo>
                    <a:pt x="31382" y="41"/>
                    <a:pt x="31194" y="0"/>
                    <a:pt x="309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4"/>
            <p:cNvSpPr/>
            <p:nvPr/>
          </p:nvSpPr>
          <p:spPr>
            <a:xfrm>
              <a:off x="3282550" y="2322725"/>
              <a:ext cx="753675" cy="1578500"/>
            </a:xfrm>
            <a:custGeom>
              <a:avLst/>
              <a:gdLst/>
              <a:ahLst/>
              <a:cxnLst/>
              <a:rect l="l" t="t" r="r" b="b"/>
              <a:pathLst>
                <a:path w="30147" h="63140" extrusionOk="0">
                  <a:moveTo>
                    <a:pt x="30099" y="1"/>
                  </a:moveTo>
                  <a:lnTo>
                    <a:pt x="30016" y="25"/>
                  </a:lnTo>
                  <a:cubicBezTo>
                    <a:pt x="30004" y="37"/>
                    <a:pt x="29992" y="37"/>
                    <a:pt x="29968" y="84"/>
                  </a:cubicBezTo>
                  <a:lnTo>
                    <a:pt x="29956" y="84"/>
                  </a:lnTo>
                  <a:cubicBezTo>
                    <a:pt x="29944" y="96"/>
                    <a:pt x="29837" y="334"/>
                    <a:pt x="29623" y="787"/>
                  </a:cubicBezTo>
                  <a:cubicBezTo>
                    <a:pt x="29444" y="1168"/>
                    <a:pt x="29170" y="1715"/>
                    <a:pt x="28778" y="2549"/>
                  </a:cubicBezTo>
                  <a:lnTo>
                    <a:pt x="25575" y="9288"/>
                  </a:lnTo>
                  <a:cubicBezTo>
                    <a:pt x="22860" y="14979"/>
                    <a:pt x="19122" y="22849"/>
                    <a:pt x="14990" y="31529"/>
                  </a:cubicBezTo>
                  <a:cubicBezTo>
                    <a:pt x="10859" y="40220"/>
                    <a:pt x="7108" y="48078"/>
                    <a:pt x="4405" y="53781"/>
                  </a:cubicBezTo>
                  <a:lnTo>
                    <a:pt x="322" y="62354"/>
                  </a:lnTo>
                  <a:cubicBezTo>
                    <a:pt x="262" y="62485"/>
                    <a:pt x="203" y="62604"/>
                    <a:pt x="167" y="62687"/>
                  </a:cubicBezTo>
                  <a:cubicBezTo>
                    <a:pt x="72" y="62878"/>
                    <a:pt x="24" y="62985"/>
                    <a:pt x="24" y="62985"/>
                  </a:cubicBezTo>
                  <a:lnTo>
                    <a:pt x="36" y="62997"/>
                  </a:lnTo>
                  <a:cubicBezTo>
                    <a:pt x="0" y="63092"/>
                    <a:pt x="24" y="63092"/>
                    <a:pt x="60" y="63116"/>
                  </a:cubicBezTo>
                  <a:lnTo>
                    <a:pt x="95" y="63140"/>
                  </a:lnTo>
                  <a:lnTo>
                    <a:pt x="143" y="63128"/>
                  </a:lnTo>
                  <a:cubicBezTo>
                    <a:pt x="155" y="63116"/>
                    <a:pt x="155" y="63116"/>
                    <a:pt x="191" y="63068"/>
                  </a:cubicBezTo>
                  <a:lnTo>
                    <a:pt x="203" y="63068"/>
                  </a:lnTo>
                  <a:cubicBezTo>
                    <a:pt x="203" y="63056"/>
                    <a:pt x="322" y="62806"/>
                    <a:pt x="536" y="62354"/>
                  </a:cubicBezTo>
                  <a:cubicBezTo>
                    <a:pt x="715" y="61973"/>
                    <a:pt x="976" y="61425"/>
                    <a:pt x="1369" y="60604"/>
                  </a:cubicBezTo>
                  <a:lnTo>
                    <a:pt x="15169" y="31624"/>
                  </a:lnTo>
                  <a:cubicBezTo>
                    <a:pt x="19300" y="22932"/>
                    <a:pt x="23039" y="15074"/>
                    <a:pt x="25753" y="9371"/>
                  </a:cubicBezTo>
                  <a:lnTo>
                    <a:pt x="28956" y="2632"/>
                  </a:lnTo>
                  <a:cubicBezTo>
                    <a:pt x="29349" y="1811"/>
                    <a:pt x="29611" y="1251"/>
                    <a:pt x="29790" y="882"/>
                  </a:cubicBezTo>
                  <a:cubicBezTo>
                    <a:pt x="30004" y="418"/>
                    <a:pt x="30123" y="180"/>
                    <a:pt x="30135" y="168"/>
                  </a:cubicBezTo>
                  <a:lnTo>
                    <a:pt x="30123" y="156"/>
                  </a:lnTo>
                  <a:cubicBezTo>
                    <a:pt x="30147" y="108"/>
                    <a:pt x="30135" y="96"/>
                    <a:pt x="30135" y="84"/>
                  </a:cubicBezTo>
                  <a:lnTo>
                    <a:pt x="30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4"/>
            <p:cNvSpPr/>
            <p:nvPr/>
          </p:nvSpPr>
          <p:spPr>
            <a:xfrm>
              <a:off x="2758375" y="2238350"/>
              <a:ext cx="1802025" cy="1747700"/>
            </a:xfrm>
            <a:custGeom>
              <a:avLst/>
              <a:gdLst/>
              <a:ahLst/>
              <a:cxnLst/>
              <a:rect l="l" t="t" r="r" b="b"/>
              <a:pathLst>
                <a:path w="72081" h="69908" extrusionOk="0">
                  <a:moveTo>
                    <a:pt x="36064" y="197"/>
                  </a:moveTo>
                  <a:cubicBezTo>
                    <a:pt x="41160" y="197"/>
                    <a:pt x="46232" y="1328"/>
                    <a:pt x="50971" y="3578"/>
                  </a:cubicBezTo>
                  <a:cubicBezTo>
                    <a:pt x="59353" y="7567"/>
                    <a:pt x="65675" y="14580"/>
                    <a:pt x="68783" y="23319"/>
                  </a:cubicBezTo>
                  <a:cubicBezTo>
                    <a:pt x="71890" y="32070"/>
                    <a:pt x="71402" y="41500"/>
                    <a:pt x="67413" y="49882"/>
                  </a:cubicBezTo>
                  <a:cubicBezTo>
                    <a:pt x="63425" y="58252"/>
                    <a:pt x="56412" y="64586"/>
                    <a:pt x="47673" y="67681"/>
                  </a:cubicBezTo>
                  <a:cubicBezTo>
                    <a:pt x="43867" y="69033"/>
                    <a:pt x="39932" y="69704"/>
                    <a:pt x="36012" y="69704"/>
                  </a:cubicBezTo>
                  <a:cubicBezTo>
                    <a:pt x="30920" y="69704"/>
                    <a:pt x="25852" y="68571"/>
                    <a:pt x="21122" y="66324"/>
                  </a:cubicBezTo>
                  <a:cubicBezTo>
                    <a:pt x="12740" y="62336"/>
                    <a:pt x="6418" y="55323"/>
                    <a:pt x="3310" y="46584"/>
                  </a:cubicBezTo>
                  <a:cubicBezTo>
                    <a:pt x="203" y="37833"/>
                    <a:pt x="691" y="28403"/>
                    <a:pt x="4679" y="20021"/>
                  </a:cubicBezTo>
                  <a:cubicBezTo>
                    <a:pt x="8656" y="11651"/>
                    <a:pt x="15669" y="5317"/>
                    <a:pt x="24420" y="2221"/>
                  </a:cubicBezTo>
                  <a:cubicBezTo>
                    <a:pt x="28218" y="864"/>
                    <a:pt x="32147" y="197"/>
                    <a:pt x="36064" y="197"/>
                  </a:cubicBezTo>
                  <a:close/>
                  <a:moveTo>
                    <a:pt x="36061" y="1"/>
                  </a:moveTo>
                  <a:cubicBezTo>
                    <a:pt x="32123" y="1"/>
                    <a:pt x="28172" y="675"/>
                    <a:pt x="24349" y="2031"/>
                  </a:cubicBezTo>
                  <a:cubicBezTo>
                    <a:pt x="15562" y="5150"/>
                    <a:pt x="8513" y="11520"/>
                    <a:pt x="4501" y="19938"/>
                  </a:cubicBezTo>
                  <a:cubicBezTo>
                    <a:pt x="488" y="28367"/>
                    <a:pt x="0" y="37844"/>
                    <a:pt x="3120" y="46643"/>
                  </a:cubicBezTo>
                  <a:cubicBezTo>
                    <a:pt x="6251" y="55430"/>
                    <a:pt x="12609" y="62490"/>
                    <a:pt x="21039" y="66491"/>
                  </a:cubicBezTo>
                  <a:cubicBezTo>
                    <a:pt x="25801" y="68765"/>
                    <a:pt x="30897" y="69908"/>
                    <a:pt x="36017" y="69908"/>
                  </a:cubicBezTo>
                  <a:cubicBezTo>
                    <a:pt x="39958" y="69908"/>
                    <a:pt x="43910" y="69229"/>
                    <a:pt x="47732" y="67872"/>
                  </a:cubicBezTo>
                  <a:cubicBezTo>
                    <a:pt x="56531" y="64741"/>
                    <a:pt x="63580" y="58383"/>
                    <a:pt x="67592" y="49965"/>
                  </a:cubicBezTo>
                  <a:cubicBezTo>
                    <a:pt x="71593" y="41535"/>
                    <a:pt x="72081" y="32046"/>
                    <a:pt x="68961" y="23259"/>
                  </a:cubicBezTo>
                  <a:cubicBezTo>
                    <a:pt x="65842" y="14461"/>
                    <a:pt x="59484" y="7412"/>
                    <a:pt x="51054" y="3412"/>
                  </a:cubicBezTo>
                  <a:cubicBezTo>
                    <a:pt x="46287" y="1143"/>
                    <a:pt x="41186" y="1"/>
                    <a:pt x="360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4"/>
            <p:cNvSpPr/>
            <p:nvPr/>
          </p:nvSpPr>
          <p:spPr>
            <a:xfrm>
              <a:off x="2790525" y="2378050"/>
              <a:ext cx="1737725" cy="1468125"/>
            </a:xfrm>
            <a:custGeom>
              <a:avLst/>
              <a:gdLst/>
              <a:ahLst/>
              <a:cxnLst/>
              <a:rect l="l" t="t" r="r" b="b"/>
              <a:pathLst>
                <a:path w="69509" h="58725" extrusionOk="0">
                  <a:moveTo>
                    <a:pt x="28992" y="217"/>
                  </a:moveTo>
                  <a:cubicBezTo>
                    <a:pt x="34743" y="217"/>
                    <a:pt x="40839" y="1538"/>
                    <a:pt x="46673" y="4313"/>
                  </a:cubicBezTo>
                  <a:cubicBezTo>
                    <a:pt x="55055" y="8301"/>
                    <a:pt x="61698" y="14659"/>
                    <a:pt x="65365" y="22220"/>
                  </a:cubicBezTo>
                  <a:cubicBezTo>
                    <a:pt x="69044" y="29768"/>
                    <a:pt x="69306" y="37602"/>
                    <a:pt x="66127" y="44294"/>
                  </a:cubicBezTo>
                  <a:cubicBezTo>
                    <a:pt x="62948" y="50973"/>
                    <a:pt x="56698" y="55712"/>
                    <a:pt x="48518" y="57629"/>
                  </a:cubicBezTo>
                  <a:cubicBezTo>
                    <a:pt x="45927" y="58236"/>
                    <a:pt x="43242" y="58536"/>
                    <a:pt x="40516" y="58536"/>
                  </a:cubicBezTo>
                  <a:cubicBezTo>
                    <a:pt x="34635" y="58536"/>
                    <a:pt x="28563" y="57139"/>
                    <a:pt x="22836" y="54414"/>
                  </a:cubicBezTo>
                  <a:cubicBezTo>
                    <a:pt x="14454" y="50425"/>
                    <a:pt x="7823" y="44067"/>
                    <a:pt x="4143" y="36507"/>
                  </a:cubicBezTo>
                  <a:cubicBezTo>
                    <a:pt x="476" y="28958"/>
                    <a:pt x="203" y="21124"/>
                    <a:pt x="3393" y="14433"/>
                  </a:cubicBezTo>
                  <a:cubicBezTo>
                    <a:pt x="7739" y="5289"/>
                    <a:pt x="17729" y="217"/>
                    <a:pt x="28992" y="217"/>
                  </a:cubicBezTo>
                  <a:close/>
                  <a:moveTo>
                    <a:pt x="28989" y="0"/>
                  </a:moveTo>
                  <a:cubicBezTo>
                    <a:pt x="26252" y="0"/>
                    <a:pt x="23556" y="301"/>
                    <a:pt x="20955" y="907"/>
                  </a:cubicBezTo>
                  <a:cubicBezTo>
                    <a:pt x="12716" y="2836"/>
                    <a:pt x="6418" y="7611"/>
                    <a:pt x="3215" y="14350"/>
                  </a:cubicBezTo>
                  <a:cubicBezTo>
                    <a:pt x="0" y="21100"/>
                    <a:pt x="274" y="28994"/>
                    <a:pt x="3965" y="36590"/>
                  </a:cubicBezTo>
                  <a:cubicBezTo>
                    <a:pt x="7668" y="44187"/>
                    <a:pt x="14335" y="50580"/>
                    <a:pt x="22753" y="54581"/>
                  </a:cubicBezTo>
                  <a:cubicBezTo>
                    <a:pt x="28516" y="57319"/>
                    <a:pt x="34612" y="58724"/>
                    <a:pt x="40517" y="58724"/>
                  </a:cubicBezTo>
                  <a:cubicBezTo>
                    <a:pt x="43256" y="58724"/>
                    <a:pt x="45958" y="58426"/>
                    <a:pt x="48566" y="57819"/>
                  </a:cubicBezTo>
                  <a:cubicBezTo>
                    <a:pt x="56793" y="55890"/>
                    <a:pt x="63091" y="51116"/>
                    <a:pt x="66306" y="44377"/>
                  </a:cubicBezTo>
                  <a:cubicBezTo>
                    <a:pt x="69509" y="37626"/>
                    <a:pt x="69235" y="29732"/>
                    <a:pt x="65544" y="22136"/>
                  </a:cubicBezTo>
                  <a:cubicBezTo>
                    <a:pt x="61853" y="14540"/>
                    <a:pt x="55186" y="8146"/>
                    <a:pt x="46756" y="4134"/>
                  </a:cubicBezTo>
                  <a:cubicBezTo>
                    <a:pt x="41003" y="1400"/>
                    <a:pt x="34899" y="0"/>
                    <a:pt x="289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4"/>
            <p:cNvSpPr/>
            <p:nvPr/>
          </p:nvSpPr>
          <p:spPr>
            <a:xfrm>
              <a:off x="2753000" y="2510750"/>
              <a:ext cx="1812750" cy="1202650"/>
            </a:xfrm>
            <a:custGeom>
              <a:avLst/>
              <a:gdLst/>
              <a:ahLst/>
              <a:cxnLst/>
              <a:rect l="l" t="t" r="r" b="b"/>
              <a:pathLst>
                <a:path w="72510" h="48106" extrusionOk="0">
                  <a:moveTo>
                    <a:pt x="23575" y="207"/>
                  </a:moveTo>
                  <a:cubicBezTo>
                    <a:pt x="30159" y="207"/>
                    <a:pt x="37708" y="1922"/>
                    <a:pt x="45114" y="5446"/>
                  </a:cubicBezTo>
                  <a:cubicBezTo>
                    <a:pt x="62413" y="13673"/>
                    <a:pt x="72510" y="28723"/>
                    <a:pt x="67628" y="38986"/>
                  </a:cubicBezTo>
                  <a:cubicBezTo>
                    <a:pt x="65271" y="43939"/>
                    <a:pt x="59782" y="47058"/>
                    <a:pt x="52198" y="47761"/>
                  </a:cubicBezTo>
                  <a:cubicBezTo>
                    <a:pt x="51126" y="47860"/>
                    <a:pt x="50030" y="47909"/>
                    <a:pt x="48914" y="47909"/>
                  </a:cubicBezTo>
                  <a:cubicBezTo>
                    <a:pt x="42123" y="47909"/>
                    <a:pt x="34606" y="46090"/>
                    <a:pt x="27397" y="42665"/>
                  </a:cubicBezTo>
                  <a:cubicBezTo>
                    <a:pt x="10109" y="34438"/>
                    <a:pt x="1" y="19388"/>
                    <a:pt x="4894" y="9125"/>
                  </a:cubicBezTo>
                  <a:cubicBezTo>
                    <a:pt x="7680" y="3255"/>
                    <a:pt x="14777" y="207"/>
                    <a:pt x="23575" y="207"/>
                  </a:cubicBezTo>
                  <a:close/>
                  <a:moveTo>
                    <a:pt x="23585" y="0"/>
                  </a:moveTo>
                  <a:cubicBezTo>
                    <a:pt x="22470" y="0"/>
                    <a:pt x="21373" y="49"/>
                    <a:pt x="20301" y="148"/>
                  </a:cubicBezTo>
                  <a:cubicBezTo>
                    <a:pt x="12645" y="862"/>
                    <a:pt x="7109" y="4017"/>
                    <a:pt x="4716" y="9042"/>
                  </a:cubicBezTo>
                  <a:cubicBezTo>
                    <a:pt x="2323" y="14078"/>
                    <a:pt x="3358" y="20364"/>
                    <a:pt x="7645" y="26746"/>
                  </a:cubicBezTo>
                  <a:cubicBezTo>
                    <a:pt x="11919" y="33116"/>
                    <a:pt x="18896" y="38831"/>
                    <a:pt x="27314" y="42843"/>
                  </a:cubicBezTo>
                  <a:cubicBezTo>
                    <a:pt x="34553" y="46284"/>
                    <a:pt x="42090" y="48106"/>
                    <a:pt x="48912" y="48106"/>
                  </a:cubicBezTo>
                  <a:cubicBezTo>
                    <a:pt x="50031" y="48106"/>
                    <a:pt x="51138" y="48058"/>
                    <a:pt x="52222" y="47951"/>
                  </a:cubicBezTo>
                  <a:cubicBezTo>
                    <a:pt x="59877" y="47249"/>
                    <a:pt x="65414" y="44093"/>
                    <a:pt x="67807" y="39069"/>
                  </a:cubicBezTo>
                  <a:cubicBezTo>
                    <a:pt x="70200" y="34033"/>
                    <a:pt x="69152" y="27746"/>
                    <a:pt x="64878" y="21364"/>
                  </a:cubicBezTo>
                  <a:cubicBezTo>
                    <a:pt x="60604" y="14995"/>
                    <a:pt x="53615" y="9280"/>
                    <a:pt x="45197" y="5267"/>
                  </a:cubicBezTo>
                  <a:cubicBezTo>
                    <a:pt x="37962" y="1829"/>
                    <a:pt x="30410" y="0"/>
                    <a:pt x="235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4"/>
            <p:cNvSpPr/>
            <p:nvPr/>
          </p:nvSpPr>
          <p:spPr>
            <a:xfrm>
              <a:off x="2794375" y="2623875"/>
              <a:ext cx="1693400" cy="976725"/>
            </a:xfrm>
            <a:custGeom>
              <a:avLst/>
              <a:gdLst/>
              <a:ahLst/>
              <a:cxnLst/>
              <a:rect l="l" t="t" r="r" b="b"/>
              <a:pathLst>
                <a:path w="67736" h="39069" extrusionOk="0">
                  <a:moveTo>
                    <a:pt x="14110" y="195"/>
                  </a:moveTo>
                  <a:cubicBezTo>
                    <a:pt x="21182" y="195"/>
                    <a:pt x="30719" y="2588"/>
                    <a:pt x="40458" y="7219"/>
                  </a:cubicBezTo>
                  <a:cubicBezTo>
                    <a:pt x="48852" y="11220"/>
                    <a:pt x="56127" y="16256"/>
                    <a:pt x="60949" y="21411"/>
                  </a:cubicBezTo>
                  <a:cubicBezTo>
                    <a:pt x="65747" y="26555"/>
                    <a:pt x="67533" y="31186"/>
                    <a:pt x="65973" y="34461"/>
                  </a:cubicBezTo>
                  <a:cubicBezTo>
                    <a:pt x="64600" y="37334"/>
                    <a:pt x="60779" y="38868"/>
                    <a:pt x="55097" y="38868"/>
                  </a:cubicBezTo>
                  <a:cubicBezTo>
                    <a:pt x="54327" y="38868"/>
                    <a:pt x="53523" y="38839"/>
                    <a:pt x="52686" y="38783"/>
                  </a:cubicBezTo>
                  <a:cubicBezTo>
                    <a:pt x="45638" y="38294"/>
                    <a:pt x="37136" y="35830"/>
                    <a:pt x="28743" y="31841"/>
                  </a:cubicBezTo>
                  <a:cubicBezTo>
                    <a:pt x="11455" y="23602"/>
                    <a:pt x="1" y="11386"/>
                    <a:pt x="3239" y="4600"/>
                  </a:cubicBezTo>
                  <a:cubicBezTo>
                    <a:pt x="4644" y="1635"/>
                    <a:pt x="8633" y="195"/>
                    <a:pt x="14110" y="195"/>
                  </a:cubicBezTo>
                  <a:close/>
                  <a:moveTo>
                    <a:pt x="14095" y="0"/>
                  </a:moveTo>
                  <a:cubicBezTo>
                    <a:pt x="8344" y="0"/>
                    <a:pt x="4466" y="1571"/>
                    <a:pt x="3061" y="4517"/>
                  </a:cubicBezTo>
                  <a:cubicBezTo>
                    <a:pt x="1465" y="7874"/>
                    <a:pt x="3263" y="12577"/>
                    <a:pt x="8121" y="17780"/>
                  </a:cubicBezTo>
                  <a:cubicBezTo>
                    <a:pt x="12955" y="22959"/>
                    <a:pt x="20253" y="28008"/>
                    <a:pt x="28659" y="32008"/>
                  </a:cubicBezTo>
                  <a:cubicBezTo>
                    <a:pt x="37077" y="36020"/>
                    <a:pt x="45602" y="38485"/>
                    <a:pt x="52674" y="38973"/>
                  </a:cubicBezTo>
                  <a:cubicBezTo>
                    <a:pt x="53519" y="39033"/>
                    <a:pt x="54329" y="39068"/>
                    <a:pt x="55115" y="39068"/>
                  </a:cubicBezTo>
                  <a:cubicBezTo>
                    <a:pt x="60866" y="39068"/>
                    <a:pt x="64747" y="37485"/>
                    <a:pt x="66152" y="34544"/>
                  </a:cubicBezTo>
                  <a:cubicBezTo>
                    <a:pt x="67736" y="31186"/>
                    <a:pt x="65950" y="26484"/>
                    <a:pt x="61092" y="21280"/>
                  </a:cubicBezTo>
                  <a:cubicBezTo>
                    <a:pt x="56258" y="16101"/>
                    <a:pt x="48959" y="11053"/>
                    <a:pt x="40542" y="7053"/>
                  </a:cubicBezTo>
                  <a:cubicBezTo>
                    <a:pt x="32136" y="3040"/>
                    <a:pt x="23611" y="576"/>
                    <a:pt x="16539" y="87"/>
                  </a:cubicBezTo>
                  <a:cubicBezTo>
                    <a:pt x="15691" y="29"/>
                    <a:pt x="14876" y="0"/>
                    <a:pt x="140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4"/>
            <p:cNvSpPr/>
            <p:nvPr/>
          </p:nvSpPr>
          <p:spPr>
            <a:xfrm>
              <a:off x="2852725" y="2710600"/>
              <a:ext cx="1613625" cy="803075"/>
            </a:xfrm>
            <a:custGeom>
              <a:avLst/>
              <a:gdLst/>
              <a:ahLst/>
              <a:cxnLst/>
              <a:rect l="l" t="t" r="r" b="b"/>
              <a:pathLst>
                <a:path w="64545" h="32123" extrusionOk="0">
                  <a:moveTo>
                    <a:pt x="3691" y="190"/>
                  </a:moveTo>
                  <a:cubicBezTo>
                    <a:pt x="5585" y="190"/>
                    <a:pt x="8383" y="678"/>
                    <a:pt x="11871" y="1643"/>
                  </a:cubicBezTo>
                  <a:cubicBezTo>
                    <a:pt x="18300" y="3417"/>
                    <a:pt x="26480" y="6596"/>
                    <a:pt x="34874" y="10596"/>
                  </a:cubicBezTo>
                  <a:cubicBezTo>
                    <a:pt x="43268" y="14585"/>
                    <a:pt x="50888" y="18919"/>
                    <a:pt x="56329" y="22800"/>
                  </a:cubicBezTo>
                  <a:cubicBezTo>
                    <a:pt x="61651" y="26586"/>
                    <a:pt x="64306" y="29575"/>
                    <a:pt x="63639" y="30992"/>
                  </a:cubicBezTo>
                  <a:cubicBezTo>
                    <a:pt x="63338" y="31621"/>
                    <a:pt x="62383" y="31934"/>
                    <a:pt x="60861" y="31934"/>
                  </a:cubicBezTo>
                  <a:cubicBezTo>
                    <a:pt x="58960" y="31934"/>
                    <a:pt x="56173" y="31446"/>
                    <a:pt x="52674" y="30480"/>
                  </a:cubicBezTo>
                  <a:cubicBezTo>
                    <a:pt x="46232" y="28706"/>
                    <a:pt x="38065" y="25527"/>
                    <a:pt x="29671" y="21526"/>
                  </a:cubicBezTo>
                  <a:cubicBezTo>
                    <a:pt x="21265" y="17538"/>
                    <a:pt x="13645" y="13204"/>
                    <a:pt x="8216" y="9322"/>
                  </a:cubicBezTo>
                  <a:cubicBezTo>
                    <a:pt x="2894" y="5536"/>
                    <a:pt x="227" y="2548"/>
                    <a:pt x="905" y="1131"/>
                  </a:cubicBezTo>
                  <a:cubicBezTo>
                    <a:pt x="1203" y="500"/>
                    <a:pt x="2156" y="190"/>
                    <a:pt x="3691" y="190"/>
                  </a:cubicBezTo>
                  <a:close/>
                  <a:moveTo>
                    <a:pt x="3706" y="0"/>
                  </a:moveTo>
                  <a:cubicBezTo>
                    <a:pt x="2077" y="0"/>
                    <a:pt x="1060" y="349"/>
                    <a:pt x="727" y="1048"/>
                  </a:cubicBezTo>
                  <a:cubicBezTo>
                    <a:pt x="1" y="2583"/>
                    <a:pt x="2620" y="5584"/>
                    <a:pt x="8097" y="9489"/>
                  </a:cubicBezTo>
                  <a:cubicBezTo>
                    <a:pt x="13550" y="13370"/>
                    <a:pt x="21182" y="17704"/>
                    <a:pt x="29588" y="21705"/>
                  </a:cubicBezTo>
                  <a:cubicBezTo>
                    <a:pt x="37993" y="25705"/>
                    <a:pt x="46173" y="28884"/>
                    <a:pt x="52614" y="30670"/>
                  </a:cubicBezTo>
                  <a:cubicBezTo>
                    <a:pt x="56127" y="31635"/>
                    <a:pt x="58901" y="32123"/>
                    <a:pt x="60830" y="32123"/>
                  </a:cubicBezTo>
                  <a:cubicBezTo>
                    <a:pt x="62461" y="32123"/>
                    <a:pt x="63485" y="31777"/>
                    <a:pt x="63818" y="31075"/>
                  </a:cubicBezTo>
                  <a:cubicBezTo>
                    <a:pt x="64544" y="29539"/>
                    <a:pt x="61925" y="26539"/>
                    <a:pt x="56436" y="22634"/>
                  </a:cubicBezTo>
                  <a:cubicBezTo>
                    <a:pt x="50995" y="18752"/>
                    <a:pt x="43363" y="14418"/>
                    <a:pt x="34957" y="10418"/>
                  </a:cubicBezTo>
                  <a:cubicBezTo>
                    <a:pt x="26551" y="6417"/>
                    <a:pt x="18372" y="3238"/>
                    <a:pt x="11919" y="1452"/>
                  </a:cubicBezTo>
                  <a:cubicBezTo>
                    <a:pt x="8406" y="486"/>
                    <a:pt x="5629" y="0"/>
                    <a:pt x="37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4"/>
            <p:cNvSpPr/>
            <p:nvPr/>
          </p:nvSpPr>
          <p:spPr>
            <a:xfrm>
              <a:off x="2870000" y="2735750"/>
              <a:ext cx="1578775" cy="752925"/>
            </a:xfrm>
            <a:custGeom>
              <a:avLst/>
              <a:gdLst/>
              <a:ahLst/>
              <a:cxnLst/>
              <a:rect l="l" t="t" r="r" b="b"/>
              <a:pathLst>
                <a:path w="63151" h="30117" extrusionOk="0">
                  <a:moveTo>
                    <a:pt x="92" y="1"/>
                  </a:moveTo>
                  <a:cubicBezTo>
                    <a:pt x="62" y="1"/>
                    <a:pt x="52" y="22"/>
                    <a:pt x="36" y="53"/>
                  </a:cubicBezTo>
                  <a:cubicBezTo>
                    <a:pt x="12" y="89"/>
                    <a:pt x="0" y="113"/>
                    <a:pt x="83" y="161"/>
                  </a:cubicBezTo>
                  <a:lnTo>
                    <a:pt x="83" y="172"/>
                  </a:lnTo>
                  <a:cubicBezTo>
                    <a:pt x="95" y="184"/>
                    <a:pt x="191" y="232"/>
                    <a:pt x="381" y="315"/>
                  </a:cubicBezTo>
                  <a:cubicBezTo>
                    <a:pt x="464" y="363"/>
                    <a:pt x="583" y="411"/>
                    <a:pt x="714" y="482"/>
                  </a:cubicBezTo>
                  <a:lnTo>
                    <a:pt x="60520" y="28938"/>
                  </a:lnTo>
                  <a:cubicBezTo>
                    <a:pt x="61329" y="29319"/>
                    <a:pt x="61877" y="29581"/>
                    <a:pt x="62246" y="29759"/>
                  </a:cubicBezTo>
                  <a:cubicBezTo>
                    <a:pt x="62722" y="29986"/>
                    <a:pt x="62984" y="30105"/>
                    <a:pt x="62996" y="30105"/>
                  </a:cubicBezTo>
                  <a:lnTo>
                    <a:pt x="62996" y="30093"/>
                  </a:lnTo>
                  <a:cubicBezTo>
                    <a:pt x="63032" y="30117"/>
                    <a:pt x="63044" y="30117"/>
                    <a:pt x="63056" y="30117"/>
                  </a:cubicBezTo>
                  <a:lnTo>
                    <a:pt x="63067" y="30117"/>
                  </a:lnTo>
                  <a:lnTo>
                    <a:pt x="63151" y="30081"/>
                  </a:lnTo>
                  <a:lnTo>
                    <a:pt x="63127" y="29998"/>
                  </a:lnTo>
                  <a:cubicBezTo>
                    <a:pt x="63127" y="29986"/>
                    <a:pt x="63127" y="29974"/>
                    <a:pt x="63067" y="29950"/>
                  </a:cubicBezTo>
                  <a:lnTo>
                    <a:pt x="63079" y="29938"/>
                  </a:lnTo>
                  <a:cubicBezTo>
                    <a:pt x="63067" y="29926"/>
                    <a:pt x="62806" y="29807"/>
                    <a:pt x="62329" y="29581"/>
                  </a:cubicBezTo>
                  <a:cubicBezTo>
                    <a:pt x="61960" y="29402"/>
                    <a:pt x="61413" y="29140"/>
                    <a:pt x="60603" y="28759"/>
                  </a:cubicBezTo>
                  <a:lnTo>
                    <a:pt x="53864" y="25545"/>
                  </a:lnTo>
                  <a:cubicBezTo>
                    <a:pt x="48173" y="22842"/>
                    <a:pt x="40303" y="19103"/>
                    <a:pt x="31623" y="14960"/>
                  </a:cubicBezTo>
                  <a:cubicBezTo>
                    <a:pt x="22932" y="10829"/>
                    <a:pt x="15073" y="7090"/>
                    <a:pt x="9382" y="4387"/>
                  </a:cubicBezTo>
                  <a:lnTo>
                    <a:pt x="798" y="303"/>
                  </a:lnTo>
                  <a:cubicBezTo>
                    <a:pt x="667" y="244"/>
                    <a:pt x="560" y="184"/>
                    <a:pt x="464" y="149"/>
                  </a:cubicBezTo>
                  <a:cubicBezTo>
                    <a:pt x="274" y="53"/>
                    <a:pt x="179" y="6"/>
                    <a:pt x="167" y="6"/>
                  </a:cubicBezTo>
                  <a:lnTo>
                    <a:pt x="155" y="18"/>
                  </a:lnTo>
                  <a:cubicBezTo>
                    <a:pt x="127" y="6"/>
                    <a:pt x="107" y="1"/>
                    <a:pt x="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15254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 preserve="1" userDrawn="1">
  <p:cSld name="1_Numbers and text 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4"/>
          <p:cNvSpPr/>
          <p:nvPr/>
        </p:nvSpPr>
        <p:spPr>
          <a:xfrm rot="-5034144" flipH="1">
            <a:off x="-124221" y="-1877475"/>
            <a:ext cx="2048665" cy="3754951"/>
          </a:xfrm>
          <a:custGeom>
            <a:avLst/>
            <a:gdLst/>
            <a:ahLst/>
            <a:cxnLst/>
            <a:rect l="l" t="t" r="r" b="b"/>
            <a:pathLst>
              <a:path w="45078" h="72177" fill="none" extrusionOk="0">
                <a:moveTo>
                  <a:pt x="1" y="72176"/>
                </a:moveTo>
                <a:cubicBezTo>
                  <a:pt x="2584" y="64699"/>
                  <a:pt x="5406" y="56591"/>
                  <a:pt x="8144" y="51340"/>
                </a:cubicBezTo>
                <a:cubicBezTo>
                  <a:pt x="11050" y="45804"/>
                  <a:pt x="13800" y="42720"/>
                  <a:pt x="19705" y="40553"/>
                </a:cubicBezTo>
                <a:cubicBezTo>
                  <a:pt x="22634" y="39470"/>
                  <a:pt x="25766" y="39005"/>
                  <a:pt x="28885" y="39184"/>
                </a:cubicBezTo>
                <a:cubicBezTo>
                  <a:pt x="31993" y="39375"/>
                  <a:pt x="34791" y="40625"/>
                  <a:pt x="37910" y="39875"/>
                </a:cubicBezTo>
                <a:cubicBezTo>
                  <a:pt x="40863" y="39172"/>
                  <a:pt x="43470" y="37148"/>
                  <a:pt x="44328" y="34172"/>
                </a:cubicBezTo>
                <a:cubicBezTo>
                  <a:pt x="45078" y="31540"/>
                  <a:pt x="44328" y="28540"/>
                  <a:pt x="42482" y="26540"/>
                </a:cubicBezTo>
                <a:cubicBezTo>
                  <a:pt x="40458" y="24349"/>
                  <a:pt x="37470" y="24075"/>
                  <a:pt x="34814" y="23087"/>
                </a:cubicBezTo>
                <a:cubicBezTo>
                  <a:pt x="31564" y="21861"/>
                  <a:pt x="28206" y="20968"/>
                  <a:pt x="25325" y="18943"/>
                </a:cubicBezTo>
                <a:cubicBezTo>
                  <a:pt x="19015" y="14514"/>
                  <a:pt x="16884" y="7228"/>
                  <a:pt x="15538" y="1"/>
                </a:cubicBezTo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4"/>
          <p:cNvSpPr/>
          <p:nvPr/>
        </p:nvSpPr>
        <p:spPr>
          <a:xfrm rot="7817194" flipH="1">
            <a:off x="6939025" y="3335751"/>
            <a:ext cx="2048677" cy="3754973"/>
          </a:xfrm>
          <a:custGeom>
            <a:avLst/>
            <a:gdLst/>
            <a:ahLst/>
            <a:cxnLst/>
            <a:rect l="l" t="t" r="r" b="b"/>
            <a:pathLst>
              <a:path w="45078" h="72177" fill="none" extrusionOk="0">
                <a:moveTo>
                  <a:pt x="1" y="72176"/>
                </a:moveTo>
                <a:cubicBezTo>
                  <a:pt x="2584" y="64699"/>
                  <a:pt x="5406" y="56591"/>
                  <a:pt x="8144" y="51340"/>
                </a:cubicBezTo>
                <a:cubicBezTo>
                  <a:pt x="11050" y="45804"/>
                  <a:pt x="13800" y="42720"/>
                  <a:pt x="19705" y="40553"/>
                </a:cubicBezTo>
                <a:cubicBezTo>
                  <a:pt x="22634" y="39470"/>
                  <a:pt x="25766" y="39005"/>
                  <a:pt x="28885" y="39184"/>
                </a:cubicBezTo>
                <a:cubicBezTo>
                  <a:pt x="31993" y="39375"/>
                  <a:pt x="34791" y="40625"/>
                  <a:pt x="37910" y="39875"/>
                </a:cubicBezTo>
                <a:cubicBezTo>
                  <a:pt x="40863" y="39172"/>
                  <a:pt x="43470" y="37148"/>
                  <a:pt x="44328" y="34172"/>
                </a:cubicBezTo>
                <a:cubicBezTo>
                  <a:pt x="45078" y="31540"/>
                  <a:pt x="44328" y="28540"/>
                  <a:pt x="42482" y="26540"/>
                </a:cubicBezTo>
                <a:cubicBezTo>
                  <a:pt x="40458" y="24349"/>
                  <a:pt x="37470" y="24075"/>
                  <a:pt x="34814" y="23087"/>
                </a:cubicBezTo>
                <a:cubicBezTo>
                  <a:pt x="31564" y="21861"/>
                  <a:pt x="28206" y="20968"/>
                  <a:pt x="25325" y="18943"/>
                </a:cubicBezTo>
                <a:cubicBezTo>
                  <a:pt x="19015" y="14514"/>
                  <a:pt x="16884" y="7228"/>
                  <a:pt x="15538" y="1"/>
                </a:cubicBezTo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4"/>
          <p:cNvSpPr/>
          <p:nvPr/>
        </p:nvSpPr>
        <p:spPr>
          <a:xfrm rot="11410464">
            <a:off x="-796972" y="4780089"/>
            <a:ext cx="2978790" cy="1457192"/>
          </a:xfrm>
          <a:custGeom>
            <a:avLst/>
            <a:gdLst/>
            <a:ahLst/>
            <a:cxnLst/>
            <a:rect l="l" t="t" r="r" b="b"/>
            <a:pathLst>
              <a:path w="105681" h="51698" fill="none" extrusionOk="0">
                <a:moveTo>
                  <a:pt x="11062" y="0"/>
                </a:moveTo>
                <a:cubicBezTo>
                  <a:pt x="3228" y="4168"/>
                  <a:pt x="1" y="14431"/>
                  <a:pt x="2180" y="23027"/>
                </a:cubicBezTo>
                <a:cubicBezTo>
                  <a:pt x="4359" y="31623"/>
                  <a:pt x="10955" y="38541"/>
                  <a:pt x="18491" y="43208"/>
                </a:cubicBezTo>
                <a:cubicBezTo>
                  <a:pt x="26909" y="48423"/>
                  <a:pt x="36756" y="51304"/>
                  <a:pt x="46650" y="51435"/>
                </a:cubicBezTo>
                <a:cubicBezTo>
                  <a:pt x="66557" y="51697"/>
                  <a:pt x="86155" y="41172"/>
                  <a:pt x="105681" y="45053"/>
                </a:cubicBezTo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26;p16">
            <a:extLst>
              <a:ext uri="{FF2B5EF4-FFF2-40B4-BE49-F238E27FC236}">
                <a16:creationId xmlns:a16="http://schemas.microsoft.com/office/drawing/2014/main" id="{532F0FDE-ED33-EFD2-4174-42BE5468DFE1}"/>
              </a:ext>
            </a:extLst>
          </p:cNvPr>
          <p:cNvSpPr/>
          <p:nvPr userDrawn="1"/>
        </p:nvSpPr>
        <p:spPr>
          <a:xfrm flipH="1">
            <a:off x="900112" y="197295"/>
            <a:ext cx="759773" cy="782684"/>
          </a:xfrm>
          <a:custGeom>
            <a:avLst/>
            <a:gdLst/>
            <a:ahLst/>
            <a:cxnLst/>
            <a:rect l="l" t="t" r="r" b="b"/>
            <a:pathLst>
              <a:path w="17144" h="17661" extrusionOk="0">
                <a:moveTo>
                  <a:pt x="8375" y="6270"/>
                </a:moveTo>
                <a:cubicBezTo>
                  <a:pt x="9194" y="6270"/>
                  <a:pt x="10009" y="6660"/>
                  <a:pt x="10487" y="7387"/>
                </a:cubicBezTo>
                <a:cubicBezTo>
                  <a:pt x="11277" y="8542"/>
                  <a:pt x="10973" y="10092"/>
                  <a:pt x="9788" y="10852"/>
                </a:cubicBezTo>
                <a:cubicBezTo>
                  <a:pt x="9368" y="11135"/>
                  <a:pt x="8881" y="11271"/>
                  <a:pt x="8396" y="11271"/>
                </a:cubicBezTo>
                <a:cubicBezTo>
                  <a:pt x="7580" y="11271"/>
                  <a:pt x="6769" y="10888"/>
                  <a:pt x="6292" y="10183"/>
                </a:cubicBezTo>
                <a:cubicBezTo>
                  <a:pt x="5533" y="9028"/>
                  <a:pt x="5837" y="7448"/>
                  <a:pt x="6992" y="6688"/>
                </a:cubicBezTo>
                <a:cubicBezTo>
                  <a:pt x="7409" y="6406"/>
                  <a:pt x="7893" y="6270"/>
                  <a:pt x="8375" y="6270"/>
                </a:cubicBezTo>
                <a:close/>
                <a:moveTo>
                  <a:pt x="8572" y="1"/>
                </a:moveTo>
                <a:lnTo>
                  <a:pt x="8086" y="2615"/>
                </a:lnTo>
                <a:cubicBezTo>
                  <a:pt x="7508" y="2676"/>
                  <a:pt x="6992" y="2767"/>
                  <a:pt x="6444" y="2919"/>
                </a:cubicBezTo>
                <a:lnTo>
                  <a:pt x="5046" y="852"/>
                </a:lnTo>
                <a:lnTo>
                  <a:pt x="2767" y="2372"/>
                </a:lnTo>
                <a:lnTo>
                  <a:pt x="4104" y="4347"/>
                </a:lnTo>
                <a:cubicBezTo>
                  <a:pt x="3496" y="4955"/>
                  <a:pt x="3040" y="5624"/>
                  <a:pt x="2736" y="6384"/>
                </a:cubicBezTo>
                <a:lnTo>
                  <a:pt x="517" y="5958"/>
                </a:lnTo>
                <a:lnTo>
                  <a:pt x="1" y="8663"/>
                </a:lnTo>
                <a:lnTo>
                  <a:pt x="2280" y="9119"/>
                </a:lnTo>
                <a:cubicBezTo>
                  <a:pt x="2311" y="9849"/>
                  <a:pt x="2463" y="10518"/>
                  <a:pt x="2767" y="11217"/>
                </a:cubicBezTo>
                <a:lnTo>
                  <a:pt x="791" y="12554"/>
                </a:lnTo>
                <a:lnTo>
                  <a:pt x="2311" y="14834"/>
                </a:lnTo>
                <a:lnTo>
                  <a:pt x="4408" y="13405"/>
                </a:lnTo>
                <a:cubicBezTo>
                  <a:pt x="5016" y="13952"/>
                  <a:pt x="5685" y="14317"/>
                  <a:pt x="6414" y="14591"/>
                </a:cubicBezTo>
                <a:lnTo>
                  <a:pt x="5928" y="17144"/>
                </a:lnTo>
                <a:lnTo>
                  <a:pt x="8603" y="17661"/>
                </a:lnTo>
                <a:lnTo>
                  <a:pt x="9150" y="14895"/>
                </a:lnTo>
                <a:cubicBezTo>
                  <a:pt x="9758" y="14834"/>
                  <a:pt x="10335" y="14651"/>
                  <a:pt x="10882" y="14439"/>
                </a:cubicBezTo>
                <a:lnTo>
                  <a:pt x="12220" y="16414"/>
                </a:lnTo>
                <a:lnTo>
                  <a:pt x="14499" y="14895"/>
                </a:lnTo>
                <a:lnTo>
                  <a:pt x="13101" y="12797"/>
                </a:lnTo>
                <a:cubicBezTo>
                  <a:pt x="13466" y="12372"/>
                  <a:pt x="13770" y="11885"/>
                  <a:pt x="14013" y="11399"/>
                </a:cubicBezTo>
                <a:lnTo>
                  <a:pt x="16597" y="11977"/>
                </a:lnTo>
                <a:lnTo>
                  <a:pt x="17144" y="9271"/>
                </a:lnTo>
                <a:lnTo>
                  <a:pt x="14590" y="8785"/>
                </a:lnTo>
                <a:cubicBezTo>
                  <a:pt x="14590" y="8147"/>
                  <a:pt x="14469" y="7448"/>
                  <a:pt x="14256" y="6809"/>
                </a:cubicBezTo>
                <a:lnTo>
                  <a:pt x="16323" y="5411"/>
                </a:lnTo>
                <a:lnTo>
                  <a:pt x="14803" y="3131"/>
                </a:lnTo>
                <a:lnTo>
                  <a:pt x="12828" y="4438"/>
                </a:lnTo>
                <a:cubicBezTo>
                  <a:pt x="12220" y="3831"/>
                  <a:pt x="11551" y="3375"/>
                  <a:pt x="10791" y="3071"/>
                </a:cubicBezTo>
                <a:lnTo>
                  <a:pt x="11277" y="548"/>
                </a:lnTo>
                <a:lnTo>
                  <a:pt x="8572" y="1"/>
                </a:lnTo>
                <a:close/>
              </a:path>
            </a:pathLst>
          </a:custGeom>
          <a:solidFill>
            <a:schemeClr val="bg1">
              <a:lumMod val="65000"/>
              <a:alpha val="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6350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 preserve="1" userDrawn="1">
  <p:cSld name="1_Title and text 8"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7"/>
          <p:cNvSpPr/>
          <p:nvPr/>
        </p:nvSpPr>
        <p:spPr>
          <a:xfrm rot="8728782">
            <a:off x="578091" y="4822357"/>
            <a:ext cx="2978640" cy="1457118"/>
          </a:xfrm>
          <a:custGeom>
            <a:avLst/>
            <a:gdLst/>
            <a:ahLst/>
            <a:cxnLst/>
            <a:rect l="l" t="t" r="r" b="b"/>
            <a:pathLst>
              <a:path w="105681" h="51698" fill="none" extrusionOk="0">
                <a:moveTo>
                  <a:pt x="11062" y="0"/>
                </a:moveTo>
                <a:cubicBezTo>
                  <a:pt x="3228" y="4168"/>
                  <a:pt x="1" y="14431"/>
                  <a:pt x="2180" y="23027"/>
                </a:cubicBezTo>
                <a:cubicBezTo>
                  <a:pt x="4359" y="31623"/>
                  <a:pt x="10955" y="38541"/>
                  <a:pt x="18491" y="43208"/>
                </a:cubicBezTo>
                <a:cubicBezTo>
                  <a:pt x="26909" y="48423"/>
                  <a:pt x="36756" y="51304"/>
                  <a:pt x="46650" y="51435"/>
                </a:cubicBezTo>
                <a:cubicBezTo>
                  <a:pt x="66557" y="51697"/>
                  <a:pt x="86155" y="41172"/>
                  <a:pt x="105681" y="45053"/>
                </a:cubicBezTo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37"/>
          <p:cNvSpPr/>
          <p:nvPr/>
        </p:nvSpPr>
        <p:spPr>
          <a:xfrm rot="3513587" flipH="1">
            <a:off x="7630089" y="3459463"/>
            <a:ext cx="2048636" cy="3754987"/>
          </a:xfrm>
          <a:custGeom>
            <a:avLst/>
            <a:gdLst/>
            <a:ahLst/>
            <a:cxnLst/>
            <a:rect l="l" t="t" r="r" b="b"/>
            <a:pathLst>
              <a:path w="45078" h="72177" fill="none" extrusionOk="0">
                <a:moveTo>
                  <a:pt x="1" y="72176"/>
                </a:moveTo>
                <a:cubicBezTo>
                  <a:pt x="2584" y="64699"/>
                  <a:pt x="5406" y="56591"/>
                  <a:pt x="8144" y="51340"/>
                </a:cubicBezTo>
                <a:cubicBezTo>
                  <a:pt x="11050" y="45804"/>
                  <a:pt x="13800" y="42720"/>
                  <a:pt x="19705" y="40553"/>
                </a:cubicBezTo>
                <a:cubicBezTo>
                  <a:pt x="22634" y="39470"/>
                  <a:pt x="25766" y="39005"/>
                  <a:pt x="28885" y="39184"/>
                </a:cubicBezTo>
                <a:cubicBezTo>
                  <a:pt x="31993" y="39375"/>
                  <a:pt x="34791" y="40625"/>
                  <a:pt x="37910" y="39875"/>
                </a:cubicBezTo>
                <a:cubicBezTo>
                  <a:pt x="40863" y="39172"/>
                  <a:pt x="43470" y="37148"/>
                  <a:pt x="44328" y="34172"/>
                </a:cubicBezTo>
                <a:cubicBezTo>
                  <a:pt x="45078" y="31540"/>
                  <a:pt x="44328" y="28540"/>
                  <a:pt x="42482" y="26540"/>
                </a:cubicBezTo>
                <a:cubicBezTo>
                  <a:pt x="40458" y="24349"/>
                  <a:pt x="37470" y="24075"/>
                  <a:pt x="34814" y="23087"/>
                </a:cubicBezTo>
                <a:cubicBezTo>
                  <a:pt x="31564" y="21861"/>
                  <a:pt x="28206" y="20968"/>
                  <a:pt x="25325" y="18943"/>
                </a:cubicBezTo>
                <a:cubicBezTo>
                  <a:pt x="19015" y="14514"/>
                  <a:pt x="16884" y="7228"/>
                  <a:pt x="15538" y="1"/>
                </a:cubicBezTo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37"/>
          <p:cNvSpPr/>
          <p:nvPr/>
        </p:nvSpPr>
        <p:spPr>
          <a:xfrm rot="-2700000" flipH="1">
            <a:off x="-1325666" y="-53489"/>
            <a:ext cx="2978648" cy="1457122"/>
          </a:xfrm>
          <a:custGeom>
            <a:avLst/>
            <a:gdLst/>
            <a:ahLst/>
            <a:cxnLst/>
            <a:rect l="l" t="t" r="r" b="b"/>
            <a:pathLst>
              <a:path w="105681" h="51698" fill="none" extrusionOk="0">
                <a:moveTo>
                  <a:pt x="11062" y="0"/>
                </a:moveTo>
                <a:cubicBezTo>
                  <a:pt x="3228" y="4168"/>
                  <a:pt x="1" y="14431"/>
                  <a:pt x="2180" y="23027"/>
                </a:cubicBezTo>
                <a:cubicBezTo>
                  <a:pt x="4359" y="31623"/>
                  <a:pt x="10955" y="38541"/>
                  <a:pt x="18491" y="43208"/>
                </a:cubicBezTo>
                <a:cubicBezTo>
                  <a:pt x="26909" y="48423"/>
                  <a:pt x="36756" y="51304"/>
                  <a:pt x="46650" y="51435"/>
                </a:cubicBezTo>
                <a:cubicBezTo>
                  <a:pt x="66557" y="51697"/>
                  <a:pt x="86155" y="41172"/>
                  <a:pt x="105681" y="45053"/>
                </a:cubicBezTo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37"/>
          <p:cNvSpPr/>
          <p:nvPr/>
        </p:nvSpPr>
        <p:spPr>
          <a:xfrm rot="504842">
            <a:off x="-1487150" y="2837734"/>
            <a:ext cx="2048645" cy="3755032"/>
          </a:xfrm>
          <a:custGeom>
            <a:avLst/>
            <a:gdLst/>
            <a:ahLst/>
            <a:cxnLst/>
            <a:rect l="l" t="t" r="r" b="b"/>
            <a:pathLst>
              <a:path w="45078" h="72177" fill="none" extrusionOk="0">
                <a:moveTo>
                  <a:pt x="1" y="72176"/>
                </a:moveTo>
                <a:cubicBezTo>
                  <a:pt x="2584" y="64699"/>
                  <a:pt x="5406" y="56591"/>
                  <a:pt x="8144" y="51340"/>
                </a:cubicBezTo>
                <a:cubicBezTo>
                  <a:pt x="11050" y="45804"/>
                  <a:pt x="13800" y="42720"/>
                  <a:pt x="19705" y="40553"/>
                </a:cubicBezTo>
                <a:cubicBezTo>
                  <a:pt x="22634" y="39470"/>
                  <a:pt x="25766" y="39005"/>
                  <a:pt x="28885" y="39184"/>
                </a:cubicBezTo>
                <a:cubicBezTo>
                  <a:pt x="31993" y="39375"/>
                  <a:pt x="34791" y="40625"/>
                  <a:pt x="37910" y="39875"/>
                </a:cubicBezTo>
                <a:cubicBezTo>
                  <a:pt x="40863" y="39172"/>
                  <a:pt x="43470" y="37148"/>
                  <a:pt x="44328" y="34172"/>
                </a:cubicBezTo>
                <a:cubicBezTo>
                  <a:pt x="45078" y="31540"/>
                  <a:pt x="44328" y="28540"/>
                  <a:pt x="42482" y="26540"/>
                </a:cubicBezTo>
                <a:cubicBezTo>
                  <a:pt x="40458" y="24349"/>
                  <a:pt x="37470" y="24075"/>
                  <a:pt x="34814" y="23087"/>
                </a:cubicBezTo>
                <a:cubicBezTo>
                  <a:pt x="31564" y="21861"/>
                  <a:pt x="28206" y="20968"/>
                  <a:pt x="25325" y="18943"/>
                </a:cubicBezTo>
                <a:cubicBezTo>
                  <a:pt x="19015" y="14514"/>
                  <a:pt x="16884" y="7228"/>
                  <a:pt x="15538" y="1"/>
                </a:cubicBezTo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892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 preserve="1" userDrawn="1">
  <p:cSld name="1_Title and text 8"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291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83" r:id="rId3"/>
    <p:sldLayoutId id="2147483653" r:id="rId4"/>
    <p:sldLayoutId id="2147483715" r:id="rId5"/>
    <p:sldLayoutId id="2147483711" r:id="rId6"/>
    <p:sldLayoutId id="2147483712" r:id="rId7"/>
    <p:sldLayoutId id="2147483713" r:id="rId8"/>
    <p:sldLayoutId id="2147483714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29;p15">
            <a:extLst>
              <a:ext uri="{FF2B5EF4-FFF2-40B4-BE49-F238E27FC236}">
                <a16:creationId xmlns:a16="http://schemas.microsoft.com/office/drawing/2014/main" id="{03EF8A49-2E4F-8A05-B5A8-2EA4E9AA0077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400295" y="1744548"/>
            <a:ext cx="4223862" cy="16544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latin typeface="Oswald" pitchFamily="2" charset="0"/>
              </a:rPr>
              <a:t>MPV </a:t>
            </a:r>
            <a:r>
              <a:rPr lang="ru-RU" sz="4000" dirty="0">
                <a:solidFill>
                  <a:schemeClr val="tx1"/>
                </a:solidFill>
                <a:latin typeface="Oswald" pitchFamily="2" charset="0"/>
              </a:rPr>
              <a:t>приложения для учебы</a:t>
            </a:r>
            <a:br>
              <a:rPr lang="en-US" sz="4000" dirty="0">
                <a:solidFill>
                  <a:schemeClr val="tx1"/>
                </a:solidFill>
                <a:latin typeface="Oswald" pitchFamily="2" charset="0"/>
              </a:rPr>
            </a:br>
            <a:r>
              <a:rPr lang="ru-RU" sz="4000" dirty="0" err="1">
                <a:solidFill>
                  <a:schemeClr val="tx1"/>
                </a:solidFill>
                <a:latin typeface="Oswald" pitchFamily="2" charset="0"/>
              </a:rPr>
              <a:t>Репет</a:t>
            </a:r>
            <a:r>
              <a:rPr lang="en-US" sz="4000" dirty="0">
                <a:solidFill>
                  <a:srgbClr val="6266FA"/>
                </a:solidFill>
                <a:latin typeface="Oswald" pitchFamily="2" charset="0"/>
              </a:rPr>
              <a:t>.ai</a:t>
            </a:r>
            <a:endParaRPr sz="4000" dirty="0">
              <a:solidFill>
                <a:srgbClr val="6266FA"/>
              </a:solidFill>
              <a:latin typeface="Oswald" pitchFamily="2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81643C7-2764-07FE-6014-62DD81E557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9496" y="988623"/>
            <a:ext cx="2903394" cy="35070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D078D8-08BC-7F28-EF52-CE66A5209C59}"/>
              </a:ext>
            </a:extLst>
          </p:cNvPr>
          <p:cNvSpPr txBox="1"/>
          <p:nvPr/>
        </p:nvSpPr>
        <p:spPr>
          <a:xfrm>
            <a:off x="1400295" y="3547211"/>
            <a:ext cx="29975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Автор: Тарасов Демьян</a:t>
            </a:r>
            <a:endParaRPr lang="ru-RU" sz="2000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566702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;p15">
            <a:extLst>
              <a:ext uri="{FF2B5EF4-FFF2-40B4-BE49-F238E27FC236}">
                <a16:creationId xmlns:a16="http://schemas.microsoft.com/office/drawing/2014/main" id="{895936E8-40B5-8923-6CD3-63F7B3701F36}"/>
              </a:ext>
            </a:extLst>
          </p:cNvPr>
          <p:cNvSpPr txBox="1">
            <a:spLocks/>
          </p:cNvSpPr>
          <p:nvPr/>
        </p:nvSpPr>
        <p:spPr>
          <a:xfrm>
            <a:off x="457199" y="111125"/>
            <a:ext cx="8251361" cy="8032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000" dirty="0">
                <a:solidFill>
                  <a:schemeClr val="tx1"/>
                </a:solidFill>
                <a:latin typeface="Oswald" pitchFamily="2" charset="0"/>
              </a:rPr>
              <a:t>Проблематика и аудитория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3ACA7-3768-F382-F571-1AC3E7BFFE60}"/>
              </a:ext>
            </a:extLst>
          </p:cNvPr>
          <p:cNvSpPr txBox="1"/>
          <p:nvPr/>
        </p:nvSpPr>
        <p:spPr>
          <a:xfrm>
            <a:off x="457199" y="914400"/>
            <a:ext cx="61431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3600"/>
            </a:pPr>
            <a:r>
              <a:rPr lang="ru-RU" sz="24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Участники ЕГЭ и ОГЭ (стат. Рособрнадзор)</a:t>
            </a:r>
            <a:endParaRPr lang="ru-RU" sz="2400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7D2A1E-D5E1-4A72-4EA7-061D3FB846B4}"/>
              </a:ext>
            </a:extLst>
          </p:cNvPr>
          <p:cNvSpPr txBox="1"/>
          <p:nvPr/>
        </p:nvSpPr>
        <p:spPr>
          <a:xfrm>
            <a:off x="4814477" y="1712219"/>
            <a:ext cx="23414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Потенциальная аудитория:</a:t>
            </a:r>
            <a:endParaRPr lang="ru-RU" sz="2000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401E8A-D1EE-71E2-DF99-B1F22E7E9077}"/>
              </a:ext>
            </a:extLst>
          </p:cNvPr>
          <p:cNvSpPr txBox="1"/>
          <p:nvPr/>
        </p:nvSpPr>
        <p:spPr>
          <a:xfrm>
            <a:off x="4814475" y="2872127"/>
            <a:ext cx="23414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Аудитория ЕГЭ:</a:t>
            </a:r>
            <a:endParaRPr lang="ru-RU" sz="2000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ACEDD-47E8-7EB7-3232-F3C7984A73BD}"/>
              </a:ext>
            </a:extLst>
          </p:cNvPr>
          <p:cNvSpPr txBox="1"/>
          <p:nvPr/>
        </p:nvSpPr>
        <p:spPr>
          <a:xfrm>
            <a:off x="4814475" y="3723364"/>
            <a:ext cx="23414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Аудитория ОГЭ:</a:t>
            </a:r>
            <a:endParaRPr lang="ru-RU" sz="2000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3967B390-9204-FAC0-F51D-41C248A099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6633841"/>
              </p:ext>
            </p:extLst>
          </p:nvPr>
        </p:nvGraphicFramePr>
        <p:xfrm>
          <a:off x="618308" y="1145232"/>
          <a:ext cx="3711219" cy="3295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26BAC3E-11F3-01E9-99BD-A9E84D35D1D2}"/>
              </a:ext>
            </a:extLst>
          </p:cNvPr>
          <p:cNvSpPr txBox="1"/>
          <p:nvPr/>
        </p:nvSpPr>
        <p:spPr>
          <a:xfrm>
            <a:off x="7155962" y="3692868"/>
            <a:ext cx="17890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1 710+ </a:t>
            </a:r>
            <a:r>
              <a:rPr lang="ru-RU" sz="2000" b="1" dirty="0" err="1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тыс</a:t>
            </a:r>
            <a:endParaRPr lang="ru-RU" sz="2000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F47C72-72C2-4A19-98D6-31165C91FA0E}"/>
              </a:ext>
            </a:extLst>
          </p:cNvPr>
          <p:cNvSpPr txBox="1"/>
          <p:nvPr/>
        </p:nvSpPr>
        <p:spPr>
          <a:xfrm>
            <a:off x="7155962" y="1712219"/>
            <a:ext cx="17890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2,4+ млн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859358-1D1C-149E-B70D-E4498364F866}"/>
              </a:ext>
            </a:extLst>
          </p:cNvPr>
          <p:cNvSpPr txBox="1"/>
          <p:nvPr/>
        </p:nvSpPr>
        <p:spPr>
          <a:xfrm>
            <a:off x="7155962" y="2872127"/>
            <a:ext cx="17890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700+ </a:t>
            </a:r>
            <a:r>
              <a:rPr lang="ru-RU" sz="2000" b="1" dirty="0" err="1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тыс</a:t>
            </a:r>
            <a:endParaRPr lang="ru-RU" sz="2000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088704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;p15">
            <a:extLst>
              <a:ext uri="{FF2B5EF4-FFF2-40B4-BE49-F238E27FC236}">
                <a16:creationId xmlns:a16="http://schemas.microsoft.com/office/drawing/2014/main" id="{895936E8-40B5-8923-6CD3-63F7B3701F36}"/>
              </a:ext>
            </a:extLst>
          </p:cNvPr>
          <p:cNvSpPr txBox="1">
            <a:spLocks/>
          </p:cNvSpPr>
          <p:nvPr/>
        </p:nvSpPr>
        <p:spPr>
          <a:xfrm>
            <a:off x="457199" y="111125"/>
            <a:ext cx="8251361" cy="8032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000" dirty="0">
                <a:solidFill>
                  <a:schemeClr val="tx1"/>
                </a:solidFill>
                <a:latin typeface="Oswald" pitchFamily="2" charset="0"/>
              </a:rPr>
              <a:t>Проблематика и аудитория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3ACA7-3768-F382-F571-1AC3E7BFFE60}"/>
              </a:ext>
            </a:extLst>
          </p:cNvPr>
          <p:cNvSpPr txBox="1"/>
          <p:nvPr/>
        </p:nvSpPr>
        <p:spPr>
          <a:xfrm>
            <a:off x="457199" y="914400"/>
            <a:ext cx="61431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4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ЕГЭ по математике (профиль)</a:t>
            </a:r>
            <a:endParaRPr lang="ru-RU" sz="2400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7D2A1E-D5E1-4A72-4EA7-061D3FB846B4}"/>
              </a:ext>
            </a:extLst>
          </p:cNvPr>
          <p:cNvSpPr txBox="1"/>
          <p:nvPr/>
        </p:nvSpPr>
        <p:spPr>
          <a:xfrm>
            <a:off x="4814474" y="1517620"/>
            <a:ext cx="23414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Средний балл:</a:t>
            </a:r>
            <a:endParaRPr lang="ru-RU" sz="2000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401E8A-D1EE-71E2-DF99-B1F22E7E9077}"/>
              </a:ext>
            </a:extLst>
          </p:cNvPr>
          <p:cNvSpPr txBox="1"/>
          <p:nvPr/>
        </p:nvSpPr>
        <p:spPr>
          <a:xfrm>
            <a:off x="4814474" y="2179340"/>
            <a:ext cx="23414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Балл за тестовую часть:</a:t>
            </a:r>
            <a:endParaRPr lang="ru-RU" sz="2000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ACEDD-47E8-7EB7-3232-F3C7984A73BD}"/>
              </a:ext>
            </a:extLst>
          </p:cNvPr>
          <p:cNvSpPr txBox="1"/>
          <p:nvPr/>
        </p:nvSpPr>
        <p:spPr>
          <a:xfrm>
            <a:off x="4814473" y="3148836"/>
            <a:ext cx="23414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Средняя цена репетитора (</a:t>
            </a:r>
            <a:r>
              <a:rPr lang="ru-RU" sz="2000" b="1" dirty="0" err="1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Профи.ру</a:t>
            </a: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):</a:t>
            </a:r>
            <a:endParaRPr lang="ru-RU" sz="2000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3967B390-9204-FAC0-F51D-41C248A099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690714"/>
              </p:ext>
            </p:extLst>
          </p:nvPr>
        </p:nvGraphicFramePr>
        <p:xfrm>
          <a:off x="618308" y="1145232"/>
          <a:ext cx="3711219" cy="3295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26BAC3E-11F3-01E9-99BD-A9E84D35D1D2}"/>
              </a:ext>
            </a:extLst>
          </p:cNvPr>
          <p:cNvSpPr txBox="1"/>
          <p:nvPr/>
        </p:nvSpPr>
        <p:spPr>
          <a:xfrm>
            <a:off x="7155959" y="3456612"/>
            <a:ext cx="17890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2500 </a:t>
            </a:r>
            <a:r>
              <a:rPr lang="ru-RU" sz="2000" b="1" dirty="0" err="1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руб</a:t>
            </a:r>
            <a:r>
              <a:rPr lang="ru-RU" sz="20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/час</a:t>
            </a:r>
            <a:endParaRPr lang="ru-RU" sz="2000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F47C72-72C2-4A19-98D6-31165C91FA0E}"/>
              </a:ext>
            </a:extLst>
          </p:cNvPr>
          <p:cNvSpPr txBox="1"/>
          <p:nvPr/>
        </p:nvSpPr>
        <p:spPr>
          <a:xfrm>
            <a:off x="7155959" y="1517620"/>
            <a:ext cx="17890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56.9</a:t>
            </a:r>
            <a:endParaRPr lang="ru-RU" sz="2000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859358-1D1C-149E-B70D-E4498364F866}"/>
              </a:ext>
            </a:extLst>
          </p:cNvPr>
          <p:cNvSpPr txBox="1"/>
          <p:nvPr/>
        </p:nvSpPr>
        <p:spPr>
          <a:xfrm>
            <a:off x="7155959" y="2333228"/>
            <a:ext cx="17890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70</a:t>
            </a:r>
            <a:endParaRPr lang="ru-RU" sz="2000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286498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;p15">
            <a:extLst>
              <a:ext uri="{FF2B5EF4-FFF2-40B4-BE49-F238E27FC236}">
                <a16:creationId xmlns:a16="http://schemas.microsoft.com/office/drawing/2014/main" id="{895936E8-40B5-8923-6CD3-63F7B3701F36}"/>
              </a:ext>
            </a:extLst>
          </p:cNvPr>
          <p:cNvSpPr txBox="1">
            <a:spLocks/>
          </p:cNvSpPr>
          <p:nvPr/>
        </p:nvSpPr>
        <p:spPr>
          <a:xfrm>
            <a:off x="457199" y="111125"/>
            <a:ext cx="8251361" cy="8032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000" dirty="0">
                <a:solidFill>
                  <a:schemeClr val="tx1"/>
                </a:solidFill>
                <a:latin typeface="Oswald" pitchFamily="2" charset="0"/>
              </a:rPr>
              <a:t>Проблематика и аудитория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3ACA7-3768-F382-F571-1AC3E7BFFE60}"/>
              </a:ext>
            </a:extLst>
          </p:cNvPr>
          <p:cNvSpPr txBox="1"/>
          <p:nvPr/>
        </p:nvSpPr>
        <p:spPr>
          <a:xfrm>
            <a:off x="457199" y="914400"/>
            <a:ext cx="61431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4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Опрос в моей школе (месяц до экзамена)</a:t>
            </a:r>
            <a:endParaRPr lang="ru-RU" sz="2400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</p:txBody>
      </p:sp>
      <p:graphicFrame>
        <p:nvGraphicFramePr>
          <p:cNvPr id="14" name="Таблица 5">
            <a:extLst>
              <a:ext uri="{FF2B5EF4-FFF2-40B4-BE49-F238E27FC236}">
                <a16:creationId xmlns:a16="http://schemas.microsoft.com/office/drawing/2014/main" id="{ADCCE444-AC1D-C9AC-92E7-C1F9F1D87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948457"/>
              </p:ext>
            </p:extLst>
          </p:nvPr>
        </p:nvGraphicFramePr>
        <p:xfrm>
          <a:off x="457199" y="1406842"/>
          <a:ext cx="8357617" cy="3128581"/>
        </p:xfrm>
        <a:graphic>
          <a:graphicData uri="http://schemas.openxmlformats.org/drawingml/2006/table">
            <a:tbl>
              <a:tblPr firstRow="1" bandRow="1">
                <a:tableStyleId>{046A5F5B-8E2F-4062-AED1-2DBEE5622DB5}</a:tableStyleId>
              </a:tblPr>
              <a:tblGrid>
                <a:gridCol w="4639057">
                  <a:extLst>
                    <a:ext uri="{9D8B030D-6E8A-4147-A177-3AD203B41FA5}">
                      <a16:colId xmlns:a16="http://schemas.microsoft.com/office/drawing/2014/main" val="4144201211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3182702717"/>
                    </a:ext>
                  </a:extLst>
                </a:gridCol>
              </a:tblGrid>
              <a:tr h="525624">
                <a:tc>
                  <a:txBody>
                    <a:bodyPr/>
                    <a:lstStyle/>
                    <a:p>
                      <a:pPr algn="l"/>
                      <a:r>
                        <a:rPr lang="ru-US" sz="1800" b="1" i="0" u="none" strike="noStrike" cap="none" dirty="0">
                          <a:solidFill>
                            <a:schemeClr val="tx1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Количесьтво опрошенных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US" sz="1800" b="1" i="0" u="none" strike="noStrike" cap="none" dirty="0">
                          <a:solidFill>
                            <a:srgbClr val="6266FA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108 чел. </a:t>
                      </a:r>
                      <a:r>
                        <a:rPr lang="ru-US" sz="1800" b="0" i="0" u="none" strike="noStrike" cap="none" dirty="0">
                          <a:solidFill>
                            <a:schemeClr val="tx1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11 класс</a:t>
                      </a:r>
                      <a:endParaRPr lang="ru-US" sz="1800" b="0" i="0" u="none" strike="noStrike" cap="none" dirty="0">
                        <a:solidFill>
                          <a:srgbClr val="6266FA"/>
                        </a:solidFill>
                        <a:latin typeface="Source Sans 3" panose="020B0303030403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955327"/>
                  </a:ext>
                </a:extLst>
              </a:tr>
              <a:tr h="525624">
                <a:tc>
                  <a:txBody>
                    <a:bodyPr/>
                    <a:lstStyle/>
                    <a:p>
                      <a:pPr algn="l"/>
                      <a:r>
                        <a:rPr lang="ru-US" sz="1800" b="1" i="0" u="none" strike="noStrike" cap="none" dirty="0">
                          <a:solidFill>
                            <a:schemeClr val="tx1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Уровень тревожности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US" sz="1800" b="1" i="0" u="none" strike="noStrike" cap="none" dirty="0">
                          <a:solidFill>
                            <a:srgbClr val="6266FA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74% </a:t>
                      </a:r>
                      <a:r>
                        <a:rPr lang="ru-RU" sz="1800" b="0" i="0" u="none" strike="noStrike" cap="none" dirty="0">
                          <a:solidFill>
                            <a:schemeClr val="tx1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оценка «высокий»</a:t>
                      </a:r>
                      <a:endParaRPr lang="ru-US" sz="1800" b="1" i="0" u="none" strike="noStrike" cap="none" dirty="0">
                        <a:solidFill>
                          <a:srgbClr val="6266FA"/>
                        </a:solidFill>
                        <a:latin typeface="Source Sans 3" panose="020B0303030403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969355"/>
                  </a:ext>
                </a:extLst>
              </a:tr>
              <a:tr h="536839">
                <a:tc>
                  <a:txBody>
                    <a:bodyPr/>
                    <a:lstStyle/>
                    <a:p>
                      <a:pPr algn="l"/>
                      <a:r>
                        <a:rPr lang="ru-US" sz="1800" b="1" i="0" u="none" strike="noStrike" cap="none" dirty="0">
                          <a:solidFill>
                            <a:schemeClr val="tx1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«Знаю теорию, но теряюсь в задачах»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US" sz="1800" b="1" i="0" u="none" strike="noStrike" cap="none" dirty="0">
                          <a:solidFill>
                            <a:srgbClr val="6266FA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53% </a:t>
                      </a:r>
                      <a:r>
                        <a:rPr lang="ru-US" sz="1800" b="0" i="0" u="none" strike="noStrike" cap="none" dirty="0">
                          <a:solidFill>
                            <a:schemeClr val="tx1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ответ «да»</a:t>
                      </a:r>
                      <a:endParaRPr lang="ru-US" sz="1800" b="1" i="0" u="none" strike="noStrike" cap="none" dirty="0">
                        <a:solidFill>
                          <a:srgbClr val="6266FA"/>
                        </a:solidFill>
                        <a:latin typeface="Source Sans 3" panose="020B0303030403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820603"/>
                  </a:ext>
                </a:extLst>
              </a:tr>
              <a:tr h="770247">
                <a:tc>
                  <a:txBody>
                    <a:bodyPr/>
                    <a:lstStyle/>
                    <a:p>
                      <a:pPr algn="l"/>
                      <a:r>
                        <a:rPr lang="ru-US" sz="1800" b="1" i="0" u="none" strike="noStrike" cap="none" dirty="0">
                          <a:solidFill>
                            <a:schemeClr val="tx1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Занимаются с репетитором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US" sz="1800" b="1" i="0" u="none" strike="noStrike" cap="none" dirty="0">
                          <a:solidFill>
                            <a:srgbClr val="6266FA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88%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340128"/>
                  </a:ext>
                </a:extLst>
              </a:tr>
              <a:tr h="770247">
                <a:tc>
                  <a:txBody>
                    <a:bodyPr/>
                    <a:lstStyle/>
                    <a:p>
                      <a:pPr algn="l"/>
                      <a:r>
                        <a:rPr lang="ru-US" sz="1800" b="1" i="0" u="none" strike="noStrike" cap="none" dirty="0">
                          <a:solidFill>
                            <a:schemeClr val="tx1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Предворительные результаты (проф мат)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US" sz="1800" b="0" i="0" u="none" strike="noStrike" cap="none" dirty="0">
                          <a:solidFill>
                            <a:schemeClr val="tx1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Пробник: </a:t>
                      </a:r>
                      <a:r>
                        <a:rPr lang="ru-US" sz="1800" b="1" i="0" u="none" strike="noStrike" cap="none" dirty="0">
                          <a:solidFill>
                            <a:srgbClr val="6266FA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68.4</a:t>
                      </a:r>
                      <a:r>
                        <a:rPr lang="ru-US" sz="1800" b="0" i="0" u="none" strike="noStrike" cap="none" dirty="0">
                          <a:solidFill>
                            <a:schemeClr val="tx1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, Цель: </a:t>
                      </a:r>
                      <a:r>
                        <a:rPr lang="ru-US" sz="1800" b="1" i="0" u="none" strike="noStrike" cap="none" dirty="0">
                          <a:solidFill>
                            <a:srgbClr val="6266FA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83.2+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420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6025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;p15">
            <a:extLst>
              <a:ext uri="{FF2B5EF4-FFF2-40B4-BE49-F238E27FC236}">
                <a16:creationId xmlns:a16="http://schemas.microsoft.com/office/drawing/2014/main" id="{895936E8-40B5-8923-6CD3-63F7B3701F36}"/>
              </a:ext>
            </a:extLst>
          </p:cNvPr>
          <p:cNvSpPr txBox="1">
            <a:spLocks/>
          </p:cNvSpPr>
          <p:nvPr/>
        </p:nvSpPr>
        <p:spPr>
          <a:xfrm>
            <a:off x="457199" y="111125"/>
            <a:ext cx="8251361" cy="8032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000" dirty="0">
                <a:solidFill>
                  <a:schemeClr val="tx1"/>
                </a:solidFill>
                <a:latin typeface="Oswald" pitchFamily="2" charset="0"/>
              </a:rPr>
              <a:t>Проблематика и аудитория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3ACA7-3768-F382-F571-1AC3E7BFFE60}"/>
              </a:ext>
            </a:extLst>
          </p:cNvPr>
          <p:cNvSpPr txBox="1"/>
          <p:nvPr/>
        </p:nvSpPr>
        <p:spPr>
          <a:xfrm>
            <a:off x="457199" y="914400"/>
            <a:ext cx="61431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4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Опрос в моей школе (выводы </a:t>
            </a:r>
            <a:r>
              <a:rPr lang="en-US" sz="2400" b="1" dirty="0" err="1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EduTech</a:t>
            </a:r>
            <a:r>
              <a:rPr lang="ru-RU" sz="24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)</a:t>
            </a:r>
            <a:endParaRPr lang="ru-RU" sz="2400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</p:txBody>
      </p:sp>
      <p:graphicFrame>
        <p:nvGraphicFramePr>
          <p:cNvPr id="14" name="Таблица 5">
            <a:extLst>
              <a:ext uri="{FF2B5EF4-FFF2-40B4-BE49-F238E27FC236}">
                <a16:creationId xmlns:a16="http://schemas.microsoft.com/office/drawing/2014/main" id="{ADCCE444-AC1D-C9AC-92E7-C1F9F1D87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83122"/>
              </p:ext>
            </p:extLst>
          </p:nvPr>
        </p:nvGraphicFramePr>
        <p:xfrm>
          <a:off x="457199" y="1406842"/>
          <a:ext cx="8357617" cy="3291840"/>
        </p:xfrm>
        <a:graphic>
          <a:graphicData uri="http://schemas.openxmlformats.org/drawingml/2006/table">
            <a:tbl>
              <a:tblPr firstRow="1" bandRow="1">
                <a:tableStyleId>{046A5F5B-8E2F-4062-AED1-2DBEE5622DB5}</a:tableStyleId>
              </a:tblPr>
              <a:tblGrid>
                <a:gridCol w="4639057">
                  <a:extLst>
                    <a:ext uri="{9D8B030D-6E8A-4147-A177-3AD203B41FA5}">
                      <a16:colId xmlns:a16="http://schemas.microsoft.com/office/drawing/2014/main" val="4144201211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3182702717"/>
                    </a:ext>
                  </a:extLst>
                </a:gridCol>
              </a:tblGrid>
              <a:tr h="525624">
                <a:tc>
                  <a:txBody>
                    <a:bodyPr/>
                    <a:lstStyle/>
                    <a:p>
                      <a:pPr algn="l"/>
                      <a:r>
                        <a:rPr lang="ru-RU" sz="1600" b="1" i="0" u="none" strike="noStrike" cap="none" dirty="0">
                          <a:solidFill>
                            <a:schemeClr val="tx1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Большинство учеников не понимают, с чего начать подготовку и на каких темах сосредоточиться </a:t>
                      </a:r>
                      <a:endParaRPr lang="ru-US" sz="1600" b="1" i="0" u="none" strike="noStrike" cap="none" dirty="0">
                        <a:solidFill>
                          <a:schemeClr val="tx1"/>
                        </a:solidFill>
                        <a:latin typeface="Source Sans 3" panose="020B0303030403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US" sz="1800" b="1" i="0" u="none" strike="noStrike" cap="none" dirty="0">
                          <a:solidFill>
                            <a:srgbClr val="6266FA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81% </a:t>
                      </a:r>
                      <a:r>
                        <a:rPr lang="ru-US" sz="1800" b="0" i="0" u="none" strike="noStrike" cap="none" dirty="0">
                          <a:solidFill>
                            <a:schemeClr val="tx1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согласны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955327"/>
                  </a:ext>
                </a:extLst>
              </a:tr>
              <a:tr h="525624">
                <a:tc>
                  <a:txBody>
                    <a:bodyPr/>
                    <a:lstStyle/>
                    <a:p>
                      <a:pPr algn="l"/>
                      <a:r>
                        <a:rPr lang="ru-RU" sz="1600" b="1" i="0" u="none" strike="noStrike" cap="none" dirty="0">
                          <a:solidFill>
                            <a:schemeClr val="tx1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Существующие приложения предлагают тесты, но не объясняют причину ошибки – только «правильно» или «неправильно»</a:t>
                      </a:r>
                      <a:endParaRPr lang="ru-US" sz="1600" b="1" i="0" u="none" strike="noStrike" cap="none" dirty="0">
                        <a:solidFill>
                          <a:schemeClr val="tx1"/>
                        </a:solidFill>
                        <a:latin typeface="Source Sans 3" panose="020B0303030403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US" sz="1800" b="1" i="0" u="none" strike="noStrike" cap="none" dirty="0">
                          <a:solidFill>
                            <a:srgbClr val="6266FA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64% </a:t>
                      </a:r>
                      <a:r>
                        <a:rPr lang="ru-US" sz="1800" b="0" i="0" u="none" strike="noStrike" cap="none" dirty="0">
                          <a:solidFill>
                            <a:schemeClr val="tx1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согласны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969355"/>
                  </a:ext>
                </a:extLst>
              </a:tr>
              <a:tr h="536839">
                <a:tc>
                  <a:txBody>
                    <a:bodyPr/>
                    <a:lstStyle/>
                    <a:p>
                      <a:pPr algn="l"/>
                      <a:r>
                        <a:rPr lang="ru-RU" sz="1600" b="1" i="0" u="none" strike="noStrike" cap="none" dirty="0">
                          <a:solidFill>
                            <a:schemeClr val="tx1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Школьники хотят получать обратную связь как от репетитора, но репетиторы дорогие и доступны не всем </a:t>
                      </a:r>
                      <a:endParaRPr lang="ru-US" sz="1600" b="1" i="0" u="none" strike="noStrike" cap="none" dirty="0">
                        <a:solidFill>
                          <a:schemeClr val="tx1"/>
                        </a:solidFill>
                        <a:latin typeface="Source Sans 3" panose="020B0303030403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US" sz="1800" b="1" i="0" u="none" strike="noStrike" cap="none" dirty="0">
                          <a:solidFill>
                            <a:srgbClr val="6266FA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73% </a:t>
                      </a:r>
                      <a:r>
                        <a:rPr lang="ru-US" sz="1800" b="0" i="0" u="none" strike="noStrike" cap="none" dirty="0">
                          <a:solidFill>
                            <a:schemeClr val="tx1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согласны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820603"/>
                  </a:ext>
                </a:extLst>
              </a:tr>
              <a:tr h="770247">
                <a:tc>
                  <a:txBody>
                    <a:bodyPr/>
                    <a:lstStyle/>
                    <a:p>
                      <a:pPr algn="l"/>
                      <a:r>
                        <a:rPr lang="ru-RU" sz="1600" b="1" i="0" u="none" strike="noStrike" cap="none" dirty="0">
                          <a:solidFill>
                            <a:schemeClr val="tx1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Мотивация падает, когда ученик не видит прогресса и не понимает, куда двигаться дальше </a:t>
                      </a:r>
                      <a:endParaRPr lang="ru-US" sz="1600" b="1" i="0" u="none" strike="noStrike" cap="none" dirty="0">
                        <a:solidFill>
                          <a:schemeClr val="tx1"/>
                        </a:solidFill>
                        <a:latin typeface="Source Sans 3" panose="020B030303040302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US" sz="1800" b="1" i="0" u="none" strike="noStrike" cap="none" dirty="0">
                          <a:solidFill>
                            <a:srgbClr val="6266FA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58% </a:t>
                      </a:r>
                      <a:r>
                        <a:rPr lang="ru-US" sz="1800" b="0" i="0" u="none" strike="noStrike" cap="none" dirty="0">
                          <a:solidFill>
                            <a:schemeClr val="tx1"/>
                          </a:solidFill>
                          <a:latin typeface="Source Sans 3" panose="020B0303030403020204" pitchFamily="34" charset="0"/>
                          <a:cs typeface="Arial"/>
                          <a:sym typeface="Arial"/>
                        </a:rPr>
                        <a:t>согласны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340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8055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;p15">
            <a:extLst>
              <a:ext uri="{FF2B5EF4-FFF2-40B4-BE49-F238E27FC236}">
                <a16:creationId xmlns:a16="http://schemas.microsoft.com/office/drawing/2014/main" id="{895936E8-40B5-8923-6CD3-63F7B3701F36}"/>
              </a:ext>
            </a:extLst>
          </p:cNvPr>
          <p:cNvSpPr txBox="1">
            <a:spLocks/>
          </p:cNvSpPr>
          <p:nvPr/>
        </p:nvSpPr>
        <p:spPr>
          <a:xfrm>
            <a:off x="457199" y="111125"/>
            <a:ext cx="8251361" cy="8032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000" dirty="0">
                <a:solidFill>
                  <a:schemeClr val="tx1"/>
                </a:solidFill>
                <a:latin typeface="Oswald" pitchFamily="2" charset="0"/>
              </a:rPr>
              <a:t>Оценка рынка</a:t>
            </a:r>
          </a:p>
        </p:txBody>
      </p:sp>
      <p:graphicFrame>
        <p:nvGraphicFramePr>
          <p:cNvPr id="2" name="Таблица 5">
            <a:extLst>
              <a:ext uri="{FF2B5EF4-FFF2-40B4-BE49-F238E27FC236}">
                <a16:creationId xmlns:a16="http://schemas.microsoft.com/office/drawing/2014/main" id="{0F208F05-F357-6B93-1AE5-42AC71ECB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101439"/>
              </p:ext>
            </p:extLst>
          </p:nvPr>
        </p:nvGraphicFramePr>
        <p:xfrm>
          <a:off x="457199" y="1077658"/>
          <a:ext cx="8357617" cy="3543144"/>
        </p:xfrm>
        <a:graphic>
          <a:graphicData uri="http://schemas.openxmlformats.org/drawingml/2006/table">
            <a:tbl>
              <a:tblPr firstRow="1" bandRow="1">
                <a:tableStyleId>{046A5F5B-8E2F-4062-AED1-2DBEE5622DB5}</a:tableStyleId>
              </a:tblPr>
              <a:tblGrid>
                <a:gridCol w="1956817">
                  <a:extLst>
                    <a:ext uri="{9D8B030D-6E8A-4147-A177-3AD203B41FA5}">
                      <a16:colId xmlns:a16="http://schemas.microsoft.com/office/drawing/2014/main" val="4144201211"/>
                    </a:ext>
                  </a:extLst>
                </a:gridCol>
                <a:gridCol w="2941983">
                  <a:extLst>
                    <a:ext uri="{9D8B030D-6E8A-4147-A177-3AD203B41FA5}">
                      <a16:colId xmlns:a16="http://schemas.microsoft.com/office/drawing/2014/main" val="3182702717"/>
                    </a:ext>
                  </a:extLst>
                </a:gridCol>
                <a:gridCol w="3458817">
                  <a:extLst>
                    <a:ext uri="{9D8B030D-6E8A-4147-A177-3AD203B41FA5}">
                      <a16:colId xmlns:a16="http://schemas.microsoft.com/office/drawing/2014/main" val="4124747920"/>
                    </a:ext>
                  </a:extLst>
                </a:gridCol>
              </a:tblGrid>
              <a:tr h="525624">
                <a:tc>
                  <a:txBody>
                    <a:bodyPr/>
                    <a:lstStyle/>
                    <a:p>
                      <a:r>
                        <a:rPr lang="ru-RU" sz="1800" b="1" dirty="0">
                          <a:solidFill>
                            <a:srgbClr val="6266FA"/>
                          </a:solidFill>
                          <a:effectLst/>
                          <a:latin typeface="Source Sans 3" panose="020B0303030403020204" pitchFamily="34" charset="0"/>
                        </a:rPr>
                        <a:t>Сегмент</a:t>
                      </a:r>
                      <a:endParaRPr lang="ru-RU" sz="1800" dirty="0">
                        <a:solidFill>
                          <a:srgbClr val="6266FA"/>
                        </a:solidFill>
                        <a:effectLst/>
                        <a:latin typeface="Source Sans 3" panose="020B0303030403020204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solidFill>
                            <a:srgbClr val="6266FA"/>
                          </a:solidFill>
                          <a:effectLst/>
                          <a:latin typeface="Source Sans 3" panose="020B0303030403020204" pitchFamily="34" charset="0"/>
                        </a:rPr>
                        <a:t>Лидеры</a:t>
                      </a:r>
                      <a:endParaRPr lang="ru-RU" sz="1800" dirty="0">
                        <a:solidFill>
                          <a:srgbClr val="6266FA"/>
                        </a:solidFill>
                        <a:effectLst/>
                        <a:latin typeface="Source Sans 3" panose="020B0303030403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solidFill>
                            <a:srgbClr val="6266FA"/>
                          </a:solidFill>
                          <a:effectLst/>
                          <a:latin typeface="Source Sans 3" panose="020B0303030403020204" pitchFamily="34" charset="0"/>
                        </a:rPr>
                        <a:t>Модель обучения</a:t>
                      </a:r>
                      <a:endParaRPr lang="ru-RU" sz="1800" dirty="0">
                        <a:solidFill>
                          <a:srgbClr val="6266FA"/>
                        </a:solidFill>
                        <a:effectLst/>
                        <a:latin typeface="Source Sans 3" panose="020B0303030403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144230"/>
                  </a:ext>
                </a:extLst>
              </a:tr>
              <a:tr h="525624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  <a:latin typeface="Source Sans 3" panose="020B0303030403020204" pitchFamily="34" charset="0"/>
                        </a:rPr>
                        <a:t>Mass Market (</a:t>
                      </a:r>
                      <a:r>
                        <a:rPr lang="ru-RU" sz="1800" b="1" dirty="0">
                          <a:effectLst/>
                          <a:latin typeface="Source Sans 3" panose="020B0303030403020204" pitchFamily="34" charset="0"/>
                        </a:rPr>
                        <a:t>Вебинары)</a:t>
                      </a:r>
                      <a:endParaRPr lang="ru-RU" sz="1800" dirty="0">
                        <a:effectLst/>
                        <a:latin typeface="Source Sans 3" panose="020B0303030403020204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 err="1">
                          <a:effectLst/>
                          <a:latin typeface="Source Sans 3" panose="020B0303030403020204" pitchFamily="34" charset="0"/>
                        </a:rPr>
                        <a:t>Умскул</a:t>
                      </a:r>
                      <a:r>
                        <a:rPr lang="ru-RU" sz="1800" dirty="0">
                          <a:effectLst/>
                          <a:latin typeface="Source Sans 3" panose="020B0303030403020204" pitchFamily="34" charset="0"/>
                        </a:rPr>
                        <a:t>, Сотка, </a:t>
                      </a:r>
                      <a:r>
                        <a:rPr lang="ru-RU" sz="1800" dirty="0" err="1">
                          <a:effectLst/>
                          <a:latin typeface="Source Sans 3" panose="020B0303030403020204" pitchFamily="34" charset="0"/>
                        </a:rPr>
                        <a:t>Вебиум</a:t>
                      </a:r>
                      <a:endParaRPr lang="ru-RU" sz="1800" dirty="0">
                        <a:effectLst/>
                        <a:latin typeface="Source Sans 3" panose="020B0303030403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  <a:latin typeface="Source Sans 3" panose="020B0303030403020204" pitchFamily="34" charset="0"/>
                        </a:rPr>
                        <a:t>1 преподаватель на 10 000+ учеников. Основной упор на харизму лектора и дешевизну.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955327"/>
                  </a:ext>
                </a:extLst>
              </a:tr>
              <a:tr h="525624"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  <a:latin typeface="Source Sans 3" panose="020B0303030403020204" pitchFamily="34" charset="0"/>
                        </a:rPr>
                        <a:t>Platform-Based (</a:t>
                      </a:r>
                      <a:r>
                        <a:rPr lang="ru-RU" sz="1800" b="1">
                          <a:effectLst/>
                          <a:latin typeface="Source Sans 3" panose="020B0303030403020204" pitchFamily="34" charset="0"/>
                        </a:rPr>
                        <a:t>Адаптивные)</a:t>
                      </a:r>
                      <a:endParaRPr lang="ru-RU" sz="1800">
                        <a:effectLst/>
                        <a:latin typeface="Source Sans 3" panose="020B0303030403020204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 err="1">
                          <a:effectLst/>
                          <a:latin typeface="Source Sans 3" panose="020B0303030403020204" pitchFamily="34" charset="0"/>
                        </a:rPr>
                        <a:t>Фоксфорд</a:t>
                      </a:r>
                      <a:r>
                        <a:rPr lang="ru-RU" sz="1800" dirty="0">
                          <a:effectLst/>
                          <a:latin typeface="Source Sans 3" panose="020B0303030403020204" pitchFamily="34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Source Sans 3" panose="020B0303030403020204" pitchFamily="34" charset="0"/>
                        </a:rPr>
                        <a:t>Skysmart</a:t>
                      </a:r>
                      <a:endParaRPr lang="en-US" sz="1800" dirty="0">
                        <a:effectLst/>
                        <a:latin typeface="Source Sans 3" panose="020B0303030403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effectLst/>
                          <a:latin typeface="Source Sans 3" panose="020B0303030403020204" pitchFamily="34" charset="0"/>
                        </a:rPr>
                        <a:t>Глубокая интеграция в платформу, автоматизация траектории, сильный методический контент.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969355"/>
                  </a:ext>
                </a:extLst>
              </a:tr>
              <a:tr h="536839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  <a:latin typeface="Source Sans 3" panose="020B0303030403020204" pitchFamily="34" charset="0"/>
                        </a:rPr>
                        <a:t>Marketplaces (</a:t>
                      </a:r>
                      <a:r>
                        <a:rPr lang="ru-RU" sz="1800" b="1" dirty="0">
                          <a:effectLst/>
                          <a:latin typeface="Source Sans 3" panose="020B0303030403020204" pitchFamily="34" charset="0"/>
                        </a:rPr>
                        <a:t>Репетиторы)</a:t>
                      </a:r>
                      <a:endParaRPr lang="ru-RU" sz="1800" dirty="0">
                        <a:effectLst/>
                        <a:latin typeface="Source Sans 3" panose="020B0303030403020204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 err="1">
                          <a:effectLst/>
                          <a:latin typeface="Source Sans 3" panose="020B0303030403020204" pitchFamily="34" charset="0"/>
                        </a:rPr>
                        <a:t>Тетрика</a:t>
                      </a:r>
                      <a:r>
                        <a:rPr lang="ru-RU" sz="1800" dirty="0">
                          <a:effectLst/>
                          <a:latin typeface="Source Sans 3" panose="020B0303030403020204" pitchFamily="34" charset="0"/>
                        </a:rPr>
                        <a:t>, </a:t>
                      </a:r>
                      <a:r>
                        <a:rPr lang="ru-RU" sz="1800" dirty="0" err="1">
                          <a:effectLst/>
                          <a:latin typeface="Source Sans 3" panose="020B0303030403020204" pitchFamily="34" charset="0"/>
                        </a:rPr>
                        <a:t>Профи.ру</a:t>
                      </a:r>
                      <a:r>
                        <a:rPr lang="ru-RU" sz="1800" dirty="0">
                          <a:effectLst/>
                          <a:latin typeface="Source Sans 3" panose="020B0303030403020204" pitchFamily="34" charset="0"/>
                        </a:rPr>
                        <a:t>, </a:t>
                      </a:r>
                      <a:r>
                        <a:rPr lang="ru-RU" sz="1800" dirty="0" err="1">
                          <a:effectLst/>
                          <a:latin typeface="Source Sans 3" panose="020B0303030403020204" pitchFamily="34" charset="0"/>
                        </a:rPr>
                        <a:t>ТуторТоп</a:t>
                      </a:r>
                      <a:endParaRPr lang="ru-RU" sz="1800" dirty="0">
                        <a:effectLst/>
                        <a:latin typeface="Source Sans 3" panose="020B0303030403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effectLst/>
                          <a:latin typeface="Source Sans 3" panose="020B0303030403020204" pitchFamily="34" charset="0"/>
                        </a:rPr>
                        <a:t>Поиск живого наставника. Платформа берет комиссию и дает софт для </a:t>
                      </a:r>
                      <a:r>
                        <a:rPr lang="ru-RU" sz="1800" dirty="0" err="1">
                          <a:effectLst/>
                          <a:latin typeface="Source Sans 3" panose="020B0303030403020204" pitchFamily="34" charset="0"/>
                        </a:rPr>
                        <a:t>созвонов</a:t>
                      </a:r>
                      <a:r>
                        <a:rPr lang="ru-RU" sz="1800" dirty="0">
                          <a:effectLst/>
                          <a:latin typeface="Source Sans 3" panose="020B0303030403020204" pitchFamily="34" charset="0"/>
                        </a:rPr>
                        <a:t>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820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3709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;p15">
            <a:extLst>
              <a:ext uri="{FF2B5EF4-FFF2-40B4-BE49-F238E27FC236}">
                <a16:creationId xmlns:a16="http://schemas.microsoft.com/office/drawing/2014/main" id="{895936E8-40B5-8923-6CD3-63F7B3701F36}"/>
              </a:ext>
            </a:extLst>
          </p:cNvPr>
          <p:cNvSpPr txBox="1">
            <a:spLocks/>
          </p:cNvSpPr>
          <p:nvPr/>
        </p:nvSpPr>
        <p:spPr>
          <a:xfrm>
            <a:off x="457199" y="111125"/>
            <a:ext cx="8251361" cy="8032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000" dirty="0">
                <a:solidFill>
                  <a:schemeClr val="tx1"/>
                </a:solidFill>
                <a:latin typeface="Oswald" pitchFamily="2" charset="0"/>
              </a:rPr>
              <a:t>Оценка рынка </a:t>
            </a:r>
            <a:r>
              <a:rPr lang="en-US" sz="5000" dirty="0">
                <a:solidFill>
                  <a:schemeClr val="tx1"/>
                </a:solidFill>
                <a:latin typeface="Oswald" pitchFamily="2" charset="0"/>
              </a:rPr>
              <a:t>(SWOT</a:t>
            </a:r>
            <a:r>
              <a:rPr lang="ru-RU" sz="5000" dirty="0">
                <a:solidFill>
                  <a:schemeClr val="tx1"/>
                </a:solidFill>
                <a:latin typeface="Oswald" pitchFamily="2" charset="0"/>
              </a:rPr>
              <a:t>)</a:t>
            </a:r>
          </a:p>
        </p:txBody>
      </p:sp>
      <p:graphicFrame>
        <p:nvGraphicFramePr>
          <p:cNvPr id="2" name="Таблица 5">
            <a:extLst>
              <a:ext uri="{FF2B5EF4-FFF2-40B4-BE49-F238E27FC236}">
                <a16:creationId xmlns:a16="http://schemas.microsoft.com/office/drawing/2014/main" id="{0F208F05-F357-6B93-1AE5-42AC71ECB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54397"/>
              </p:ext>
            </p:extLst>
          </p:nvPr>
        </p:nvGraphicFramePr>
        <p:xfrm>
          <a:off x="634114" y="1164286"/>
          <a:ext cx="7724276" cy="3622783"/>
        </p:xfrm>
        <a:graphic>
          <a:graphicData uri="http://schemas.openxmlformats.org/drawingml/2006/table">
            <a:tbl>
              <a:tblPr firstRow="1" bandRow="1">
                <a:tableStyleId>{046A5F5B-8E2F-4062-AED1-2DBEE5622DB5}</a:tableStyleId>
              </a:tblPr>
              <a:tblGrid>
                <a:gridCol w="3864545">
                  <a:extLst>
                    <a:ext uri="{9D8B030D-6E8A-4147-A177-3AD203B41FA5}">
                      <a16:colId xmlns:a16="http://schemas.microsoft.com/office/drawing/2014/main" val="4144201211"/>
                    </a:ext>
                  </a:extLst>
                </a:gridCol>
                <a:gridCol w="3859731">
                  <a:extLst>
                    <a:ext uri="{9D8B030D-6E8A-4147-A177-3AD203B41FA5}">
                      <a16:colId xmlns:a16="http://schemas.microsoft.com/office/drawing/2014/main" val="3182702717"/>
                    </a:ext>
                  </a:extLst>
                </a:gridCol>
              </a:tblGrid>
              <a:tr h="525624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6266FA"/>
                          </a:solidFill>
                          <a:effectLst/>
                          <a:latin typeface="Source Sans 3" panose="020B0303030403020204" pitchFamily="34" charset="0"/>
                        </a:rPr>
                        <a:t>Strengths (</a:t>
                      </a:r>
                      <a:r>
                        <a:rPr lang="ru-RU" sz="1600" b="1" dirty="0">
                          <a:solidFill>
                            <a:srgbClr val="6266FA"/>
                          </a:solidFill>
                          <a:effectLst/>
                          <a:latin typeface="Source Sans 3" panose="020B0303030403020204" pitchFamily="34" charset="0"/>
                        </a:rPr>
                        <a:t>Сильные стороны)</a:t>
                      </a:r>
                      <a:endParaRPr lang="ru-RU" sz="1600" dirty="0">
                        <a:solidFill>
                          <a:srgbClr val="6266FA"/>
                        </a:solidFill>
                        <a:effectLst/>
                        <a:latin typeface="Source Sans 3" panose="020B0303030403020204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6266FA"/>
                          </a:solidFill>
                          <a:effectLst/>
                          <a:latin typeface="Source Sans 3" panose="020B0303030403020204" pitchFamily="34" charset="0"/>
                        </a:rPr>
                        <a:t>Weaknesses (</a:t>
                      </a:r>
                      <a:r>
                        <a:rPr lang="ru-RU" sz="1600" b="1" dirty="0">
                          <a:solidFill>
                            <a:srgbClr val="6266FA"/>
                          </a:solidFill>
                          <a:effectLst/>
                          <a:latin typeface="Source Sans 3" panose="020B0303030403020204" pitchFamily="34" charset="0"/>
                        </a:rPr>
                        <a:t>Слабые стороны)</a:t>
                      </a:r>
                      <a:endParaRPr lang="ru-RU" sz="1600" dirty="0">
                        <a:solidFill>
                          <a:srgbClr val="6266FA"/>
                        </a:solidFill>
                        <a:effectLst/>
                        <a:latin typeface="Source Sans 3" panose="020B0303030403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144230"/>
                  </a:ext>
                </a:extLst>
              </a:tr>
              <a:tr h="525624"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  <a:latin typeface="Source Sans 3" panose="020B0303030403020204" pitchFamily="34" charset="0"/>
                        </a:rPr>
                        <a:t>Огромные базы данных для обучения ИИ.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  <a:latin typeface="Source Sans 3" panose="020B0303030403020204" pitchFamily="34" charset="0"/>
                        </a:rPr>
                        <a:t>Отсутствие индивидуального «Сократического» подхода.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955327"/>
                  </a:ext>
                </a:extLst>
              </a:tr>
              <a:tr h="525624"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  <a:latin typeface="Source Sans 3" panose="020B0303030403020204" pitchFamily="34" charset="0"/>
                        </a:rPr>
                        <a:t>Сильные бренды и доверие родителей.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  <a:latin typeface="Source Sans 3" panose="020B0303030403020204" pitchFamily="34" charset="0"/>
                        </a:rPr>
                        <a:t>Высокая цена за индивидуальное сопровождение.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969355"/>
                  </a:ext>
                </a:extLst>
              </a:tr>
              <a:tr h="536839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6266FA"/>
                          </a:solidFill>
                          <a:effectLst/>
                          <a:latin typeface="Source Sans 3" panose="020B0303030403020204" pitchFamily="34" charset="0"/>
                        </a:rPr>
                        <a:t>Opportunities (</a:t>
                      </a:r>
                      <a:r>
                        <a:rPr lang="ru-RU" sz="1600" b="1" dirty="0">
                          <a:solidFill>
                            <a:srgbClr val="6266FA"/>
                          </a:solidFill>
                          <a:effectLst/>
                          <a:latin typeface="Source Sans 3" panose="020B0303030403020204" pitchFamily="34" charset="0"/>
                        </a:rPr>
                        <a:t>Возможности)</a:t>
                      </a:r>
                      <a:endParaRPr lang="ru-RU" sz="1600" dirty="0">
                        <a:solidFill>
                          <a:srgbClr val="6266FA"/>
                        </a:solidFill>
                        <a:effectLst/>
                        <a:latin typeface="Source Sans 3" panose="020B0303030403020204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6266FA"/>
                          </a:solidFill>
                          <a:effectLst/>
                          <a:latin typeface="Source Sans 3" panose="020B0303030403020204" pitchFamily="34" charset="0"/>
                        </a:rPr>
                        <a:t>Threats (</a:t>
                      </a:r>
                      <a:r>
                        <a:rPr lang="ru-RU" sz="1600" b="1" dirty="0">
                          <a:solidFill>
                            <a:srgbClr val="6266FA"/>
                          </a:solidFill>
                          <a:effectLst/>
                          <a:latin typeface="Source Sans 3" panose="020B0303030403020204" pitchFamily="34" charset="0"/>
                        </a:rPr>
                        <a:t>Угрозы)</a:t>
                      </a:r>
                      <a:endParaRPr lang="ru-RU" sz="1600" dirty="0">
                        <a:solidFill>
                          <a:srgbClr val="6266FA"/>
                        </a:solidFill>
                        <a:effectLst/>
                        <a:latin typeface="Source Sans 3" panose="020B0303030403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820603"/>
                  </a:ext>
                </a:extLst>
              </a:tr>
              <a:tr h="536839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Source Sans 3" panose="020B0303030403020204" pitchFamily="34" charset="0"/>
                        </a:rPr>
                        <a:t>Внедрение </a:t>
                      </a:r>
                      <a:r>
                        <a:rPr lang="en-US" sz="1600">
                          <a:effectLst/>
                          <a:latin typeface="Source Sans 3" panose="020B0303030403020204" pitchFamily="34" charset="0"/>
                        </a:rPr>
                        <a:t>LLM </a:t>
                      </a:r>
                      <a:r>
                        <a:rPr lang="ru-RU" sz="1600">
                          <a:effectLst/>
                          <a:latin typeface="Source Sans 3" panose="020B0303030403020204" pitchFamily="34" charset="0"/>
                        </a:rPr>
                        <a:t>для полноценного репетиторства.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  <a:latin typeface="Source Sans 3" panose="020B0303030403020204" pitchFamily="34" charset="0"/>
                        </a:rPr>
                        <a:t>Галлюцинации ИИ в сложных математических выводах.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326037"/>
                  </a:ext>
                </a:extLst>
              </a:tr>
              <a:tr h="536839"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  <a:latin typeface="Source Sans 3" panose="020B0303030403020204" pitchFamily="34" charset="0"/>
                        </a:rPr>
                        <a:t>Геймификация и </a:t>
                      </a:r>
                      <a:r>
                        <a:rPr lang="en-US" sz="1600" dirty="0">
                          <a:effectLst/>
                          <a:latin typeface="Source Sans 3" panose="020B0303030403020204" pitchFamily="34" charset="0"/>
                        </a:rPr>
                        <a:t>VR-</a:t>
                      </a:r>
                      <a:r>
                        <a:rPr lang="ru-RU" sz="1600" dirty="0">
                          <a:effectLst/>
                          <a:latin typeface="Source Sans 3" panose="020B0303030403020204" pitchFamily="34" charset="0"/>
                        </a:rPr>
                        <a:t>обучение.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  <a:latin typeface="Source Sans 3" panose="020B0303030403020204" pitchFamily="34" charset="0"/>
                        </a:rPr>
                        <a:t>Демографические ямы (возможное снижение числа выпускников в будущем).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726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8618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;p15">
            <a:extLst>
              <a:ext uri="{FF2B5EF4-FFF2-40B4-BE49-F238E27FC236}">
                <a16:creationId xmlns:a16="http://schemas.microsoft.com/office/drawing/2014/main" id="{895936E8-40B5-8923-6CD3-63F7B3701F36}"/>
              </a:ext>
            </a:extLst>
          </p:cNvPr>
          <p:cNvSpPr txBox="1">
            <a:spLocks/>
          </p:cNvSpPr>
          <p:nvPr/>
        </p:nvSpPr>
        <p:spPr>
          <a:xfrm>
            <a:off x="457199" y="111125"/>
            <a:ext cx="8251361" cy="8032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000" dirty="0">
                <a:solidFill>
                  <a:schemeClr val="tx1"/>
                </a:solidFill>
                <a:latin typeface="Oswald" pitchFamily="2" charset="0"/>
              </a:rPr>
              <a:t>Тех требования</a:t>
            </a: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2045128-6AE4-6091-015F-60C33B3A914E}"/>
              </a:ext>
            </a:extLst>
          </p:cNvPr>
          <p:cNvCxnSpPr>
            <a:cxnSpLocks/>
          </p:cNvCxnSpPr>
          <p:nvPr/>
        </p:nvCxnSpPr>
        <p:spPr>
          <a:xfrm>
            <a:off x="4610100" y="1007653"/>
            <a:ext cx="0" cy="36576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F3BC9BC-735F-C878-477C-35A7337CF84D}"/>
              </a:ext>
            </a:extLst>
          </p:cNvPr>
          <p:cNvSpPr txBox="1"/>
          <p:nvPr/>
        </p:nvSpPr>
        <p:spPr>
          <a:xfrm>
            <a:off x="4916070" y="1115343"/>
            <a:ext cx="3199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Диагностический </a:t>
            </a:r>
            <a:r>
              <a:rPr lang="en-US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Wizard</a:t>
            </a:r>
            <a:endParaRPr lang="ru-RU" sz="2000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948E2B-BFFA-B840-DB62-3D76D6E52147}"/>
              </a:ext>
            </a:extLst>
          </p:cNvPr>
          <p:cNvSpPr txBox="1"/>
          <p:nvPr/>
        </p:nvSpPr>
        <p:spPr>
          <a:xfrm>
            <a:off x="4916070" y="1856676"/>
            <a:ext cx="31992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Dual Mode (</a:t>
            </a: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Проверить / Подсказать)</a:t>
            </a:r>
            <a:endParaRPr lang="ru-RU" sz="2000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CBCB72-4870-CEBE-B2A4-3AF76A8CF32B}"/>
              </a:ext>
            </a:extLst>
          </p:cNvPr>
          <p:cNvSpPr txBox="1"/>
          <p:nvPr/>
        </p:nvSpPr>
        <p:spPr>
          <a:xfrm>
            <a:off x="4916070" y="2906464"/>
            <a:ext cx="3199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</a:rPr>
              <a:t>Анализ хода мыслей</a:t>
            </a:r>
            <a:endParaRPr lang="ru-RU" sz="2000" b="1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1A1FB5-A0B1-ADEC-BD51-724091A2D585}"/>
              </a:ext>
            </a:extLst>
          </p:cNvPr>
          <p:cNvSpPr txBox="1"/>
          <p:nvPr/>
        </p:nvSpPr>
        <p:spPr>
          <a:xfrm>
            <a:off x="4916071" y="3648476"/>
            <a:ext cx="31992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 err="1">
                <a:solidFill>
                  <a:schemeClr val="tx1"/>
                </a:solidFill>
                <a:latin typeface="Source Sans 3" panose="020B0303030403020204" pitchFamily="34" charset="0"/>
              </a:rPr>
              <a:t>Дофаминовая</a:t>
            </a: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</a:rPr>
              <a:t> петля (дневной стрик)</a:t>
            </a:r>
            <a:endParaRPr lang="ru-RU" sz="2000" b="1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D9370A-9F9C-589B-C6C7-AD7EE3C0A3BF}"/>
              </a:ext>
            </a:extLst>
          </p:cNvPr>
          <p:cNvSpPr txBox="1"/>
          <p:nvPr/>
        </p:nvSpPr>
        <p:spPr>
          <a:xfrm>
            <a:off x="711794" y="3802364"/>
            <a:ext cx="3199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rgbClr val="6266FA"/>
                </a:solidFill>
                <a:latin typeface="Source Sans 3" panose="020B0303030403020204" pitchFamily="34" charset="0"/>
              </a:rPr>
              <a:t>Мотивация занятий</a:t>
            </a:r>
            <a:endParaRPr lang="ru-RU" sz="2000" b="1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9CABDA-4BE7-92BE-E158-679BA439A2E9}"/>
              </a:ext>
            </a:extLst>
          </p:cNvPr>
          <p:cNvSpPr txBox="1"/>
          <p:nvPr/>
        </p:nvSpPr>
        <p:spPr>
          <a:xfrm>
            <a:off x="712081" y="2906464"/>
            <a:ext cx="3821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Выявление ошибок решений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2D6B22-CCED-1B5E-9F56-52B20752DEB9}"/>
              </a:ext>
            </a:extLst>
          </p:cNvPr>
          <p:cNvSpPr txBox="1"/>
          <p:nvPr/>
        </p:nvSpPr>
        <p:spPr>
          <a:xfrm>
            <a:off x="711794" y="2001257"/>
            <a:ext cx="3821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Сократический подход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1CD20C-119D-07E9-6F15-82A376639910}"/>
              </a:ext>
            </a:extLst>
          </p:cNvPr>
          <p:cNvSpPr txBox="1"/>
          <p:nvPr/>
        </p:nvSpPr>
        <p:spPr>
          <a:xfrm>
            <a:off x="711793" y="1093610"/>
            <a:ext cx="3821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Определение слабых мест</a:t>
            </a:r>
          </a:p>
        </p:txBody>
      </p:sp>
    </p:spTree>
    <p:extLst>
      <p:ext uri="{BB962C8B-B14F-4D97-AF65-F5344CB8AC3E}">
        <p14:creationId xmlns:p14="http://schemas.microsoft.com/office/powerpoint/2010/main" val="3435482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;p15">
            <a:extLst>
              <a:ext uri="{FF2B5EF4-FFF2-40B4-BE49-F238E27FC236}">
                <a16:creationId xmlns:a16="http://schemas.microsoft.com/office/drawing/2014/main" id="{895936E8-40B5-8923-6CD3-63F7B3701F36}"/>
              </a:ext>
            </a:extLst>
          </p:cNvPr>
          <p:cNvSpPr txBox="1">
            <a:spLocks/>
          </p:cNvSpPr>
          <p:nvPr/>
        </p:nvSpPr>
        <p:spPr>
          <a:xfrm>
            <a:off x="457199" y="111125"/>
            <a:ext cx="8251361" cy="8032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5000" dirty="0">
                <a:solidFill>
                  <a:schemeClr val="tx1"/>
                </a:solidFill>
                <a:latin typeface="Oswald" pitchFamily="2" charset="0"/>
              </a:rPr>
              <a:t>User flow</a:t>
            </a:r>
            <a:endParaRPr lang="ru-RU" sz="5000" dirty="0">
              <a:solidFill>
                <a:schemeClr val="tx1"/>
              </a:solidFill>
              <a:latin typeface="Oswald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789C4F-2776-5104-B2A7-1C2B6B169501}"/>
              </a:ext>
            </a:extLst>
          </p:cNvPr>
          <p:cNvSpPr txBox="1"/>
          <p:nvPr/>
        </p:nvSpPr>
        <p:spPr>
          <a:xfrm>
            <a:off x="3708985" y="296143"/>
            <a:ext cx="1726029" cy="548640"/>
          </a:xfrm>
          <a:prstGeom prst="rect">
            <a:avLst/>
          </a:prstGeom>
          <a:noFill/>
          <a:ln w="38100">
            <a:solidFill>
              <a:srgbClr val="6266FA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Регистрация</a:t>
            </a:r>
            <a:endParaRPr lang="ru-RU" sz="2000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E70130-97F2-23A6-A6DC-E6D66E9AD2F5}"/>
              </a:ext>
            </a:extLst>
          </p:cNvPr>
          <p:cNvSpPr txBox="1"/>
          <p:nvPr/>
        </p:nvSpPr>
        <p:spPr>
          <a:xfrm>
            <a:off x="3520440" y="1289902"/>
            <a:ext cx="2103120" cy="707886"/>
          </a:xfrm>
          <a:prstGeom prst="rect">
            <a:avLst/>
          </a:prstGeom>
          <a:noFill/>
          <a:ln w="38100">
            <a:solidFill>
              <a:srgbClr val="6266FA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Диагностика по предмету</a:t>
            </a:r>
            <a:endParaRPr lang="ru-RU" sz="2000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69E043-D918-BC53-F445-3EDC98D38D5D}"/>
              </a:ext>
            </a:extLst>
          </p:cNvPr>
          <p:cNvSpPr txBox="1"/>
          <p:nvPr/>
        </p:nvSpPr>
        <p:spPr>
          <a:xfrm>
            <a:off x="3520440" y="2373290"/>
            <a:ext cx="2103120" cy="822960"/>
          </a:xfrm>
          <a:prstGeom prst="rect">
            <a:avLst/>
          </a:prstGeom>
          <a:noFill/>
          <a:ln w="38100">
            <a:solidFill>
              <a:srgbClr val="6266FA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Решение задач (диалог с ИИ)</a:t>
            </a:r>
            <a:endParaRPr lang="ru-RU" sz="2000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C056FB-8EC5-F931-3C3E-C266008EA397}"/>
              </a:ext>
            </a:extLst>
          </p:cNvPr>
          <p:cNvSpPr txBox="1"/>
          <p:nvPr/>
        </p:nvSpPr>
        <p:spPr>
          <a:xfrm>
            <a:off x="5857243" y="3470738"/>
            <a:ext cx="2103120" cy="1005840"/>
          </a:xfrm>
          <a:prstGeom prst="rect">
            <a:avLst/>
          </a:prstGeom>
          <a:noFill/>
          <a:ln w="38100">
            <a:solidFill>
              <a:srgbClr val="6266FA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Повышение уровня (прогресса)</a:t>
            </a:r>
            <a:endParaRPr lang="ru-RU" sz="2000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CBBAF1-AAC5-F4C2-FC50-DB64BA6F16EE}"/>
              </a:ext>
            </a:extLst>
          </p:cNvPr>
          <p:cNvSpPr txBox="1"/>
          <p:nvPr/>
        </p:nvSpPr>
        <p:spPr>
          <a:xfrm>
            <a:off x="1183639" y="3470738"/>
            <a:ext cx="2103120" cy="1005840"/>
          </a:xfrm>
          <a:prstGeom prst="rect">
            <a:avLst/>
          </a:prstGeom>
          <a:noFill/>
          <a:ln w="38100">
            <a:solidFill>
              <a:srgbClr val="6266FA"/>
            </a:solidFill>
          </a:ln>
        </p:spPr>
        <p:txBody>
          <a:bodyPr wrap="square" anchor="ctr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Дневной стрик</a:t>
            </a:r>
            <a:endParaRPr lang="ru-RU" sz="2000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0495E29C-9328-C1C5-85E3-70654057F9C3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4572000" y="844783"/>
            <a:ext cx="0" cy="445119"/>
          </a:xfrm>
          <a:prstGeom prst="straightConnector1">
            <a:avLst/>
          </a:prstGeom>
          <a:ln w="38100">
            <a:solidFill>
              <a:srgbClr val="6266FA"/>
            </a:solidFill>
            <a:headEnd w="lg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ADB916D-F7B5-0ECA-3940-0B1D142A4FB1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4572000" y="1997788"/>
            <a:ext cx="0" cy="375502"/>
          </a:xfrm>
          <a:prstGeom prst="straightConnector1">
            <a:avLst/>
          </a:prstGeom>
          <a:ln w="38100">
            <a:solidFill>
              <a:srgbClr val="6266FA"/>
            </a:solidFill>
            <a:headEnd w="lg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CFFC8D05-6038-D0EF-31F9-8072F9469A0D}"/>
              </a:ext>
            </a:extLst>
          </p:cNvPr>
          <p:cNvCxnSpPr>
            <a:cxnSpLocks/>
            <a:stCxn id="19" idx="3"/>
            <a:endCxn id="20" idx="0"/>
          </p:cNvCxnSpPr>
          <p:nvPr/>
        </p:nvCxnSpPr>
        <p:spPr>
          <a:xfrm>
            <a:off x="5623560" y="2784770"/>
            <a:ext cx="1285243" cy="685968"/>
          </a:xfrm>
          <a:prstGeom prst="straightConnector1">
            <a:avLst/>
          </a:prstGeom>
          <a:ln w="38100">
            <a:solidFill>
              <a:srgbClr val="6266FA"/>
            </a:solidFill>
            <a:headEnd w="lg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EDE14782-5BF6-F1AC-65CD-E5BCE19074DB}"/>
              </a:ext>
            </a:extLst>
          </p:cNvPr>
          <p:cNvCxnSpPr>
            <a:cxnSpLocks/>
            <a:stCxn id="20" idx="1"/>
            <a:endCxn id="21" idx="3"/>
          </p:cNvCxnSpPr>
          <p:nvPr/>
        </p:nvCxnSpPr>
        <p:spPr>
          <a:xfrm flipH="1">
            <a:off x="3286759" y="3973658"/>
            <a:ext cx="2570484" cy="0"/>
          </a:xfrm>
          <a:prstGeom prst="straightConnector1">
            <a:avLst/>
          </a:prstGeom>
          <a:ln w="38100">
            <a:solidFill>
              <a:srgbClr val="6266FA"/>
            </a:solidFill>
            <a:headEnd w="lg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6B949A68-B2FB-D969-9A41-BE98B164CC71}"/>
              </a:ext>
            </a:extLst>
          </p:cNvPr>
          <p:cNvCxnSpPr>
            <a:cxnSpLocks/>
            <a:stCxn id="21" idx="0"/>
            <a:endCxn id="19" idx="1"/>
          </p:cNvCxnSpPr>
          <p:nvPr/>
        </p:nvCxnSpPr>
        <p:spPr>
          <a:xfrm flipV="1">
            <a:off x="2235199" y="2784770"/>
            <a:ext cx="1285241" cy="685968"/>
          </a:xfrm>
          <a:prstGeom prst="straightConnector1">
            <a:avLst/>
          </a:prstGeom>
          <a:ln w="38100">
            <a:solidFill>
              <a:srgbClr val="6266FA"/>
            </a:solidFill>
            <a:headEnd w="lg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975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;p15">
            <a:extLst>
              <a:ext uri="{FF2B5EF4-FFF2-40B4-BE49-F238E27FC236}">
                <a16:creationId xmlns:a16="http://schemas.microsoft.com/office/drawing/2014/main" id="{895936E8-40B5-8923-6CD3-63F7B3701F36}"/>
              </a:ext>
            </a:extLst>
          </p:cNvPr>
          <p:cNvSpPr txBox="1">
            <a:spLocks/>
          </p:cNvSpPr>
          <p:nvPr/>
        </p:nvSpPr>
        <p:spPr>
          <a:xfrm>
            <a:off x="457199" y="111125"/>
            <a:ext cx="8251361" cy="8032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000" dirty="0">
                <a:solidFill>
                  <a:schemeClr val="tx1"/>
                </a:solidFill>
                <a:latin typeface="Oswald" pitchFamily="2" charset="0"/>
              </a:rPr>
              <a:t>Стек 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E387BC-E650-17A7-C56D-210847736870}"/>
              </a:ext>
            </a:extLst>
          </p:cNvPr>
          <p:cNvSpPr/>
          <p:nvPr/>
        </p:nvSpPr>
        <p:spPr>
          <a:xfrm>
            <a:off x="1549400" y="1044545"/>
            <a:ext cx="6045200" cy="3324255"/>
          </a:xfrm>
          <a:prstGeom prst="rect">
            <a:avLst/>
          </a:prstGeom>
          <a:noFill/>
          <a:ln w="19050">
            <a:solidFill>
              <a:srgbClr val="6266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4EC486-0A3B-1205-E12D-31341BD074EF}"/>
              </a:ext>
            </a:extLst>
          </p:cNvPr>
          <p:cNvSpPr txBox="1"/>
          <p:nvPr/>
        </p:nvSpPr>
        <p:spPr>
          <a:xfrm>
            <a:off x="3105150" y="581908"/>
            <a:ext cx="29337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2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Backend</a:t>
            </a:r>
            <a:endParaRPr lang="ru-RU" sz="2200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2A44FD-5936-EC9A-3A36-E39DDD79F90A}"/>
              </a:ext>
            </a:extLst>
          </p:cNvPr>
          <p:cNvSpPr txBox="1"/>
          <p:nvPr/>
        </p:nvSpPr>
        <p:spPr>
          <a:xfrm>
            <a:off x="1676398" y="1108045"/>
            <a:ext cx="326390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1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Язык: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• </a:t>
            </a:r>
            <a:r>
              <a:rPr lang="en-US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Golang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•</a:t>
            </a:r>
            <a:r>
              <a:rPr lang="en-US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 Gin </a:t>
            </a:r>
            <a:r>
              <a:rPr lang="en-US" sz="2100" b="1" dirty="0" err="1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Gonic</a:t>
            </a:r>
            <a:r>
              <a:rPr lang="en-US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 (REST API)</a:t>
            </a:r>
            <a:endParaRPr lang="ru-RU" sz="2100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33EFB8-6F6B-CA23-65FE-6D703B240636}"/>
              </a:ext>
            </a:extLst>
          </p:cNvPr>
          <p:cNvSpPr txBox="1"/>
          <p:nvPr/>
        </p:nvSpPr>
        <p:spPr>
          <a:xfrm>
            <a:off x="1676398" y="2201624"/>
            <a:ext cx="261112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</a:pPr>
            <a:r>
              <a:rPr lang="ru-RU" sz="21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БД</a:t>
            </a:r>
            <a:r>
              <a:rPr lang="en-US" sz="21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: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</a:pP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• </a:t>
            </a:r>
            <a:r>
              <a:rPr lang="en-US" sz="2100" b="1" dirty="0" err="1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Postgresql</a:t>
            </a:r>
            <a:endParaRPr lang="en-US" sz="2100" b="1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  <a:p>
            <a:pPr>
              <a:buSzPts val="3600"/>
            </a:pP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•</a:t>
            </a:r>
            <a:r>
              <a:rPr lang="en-US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 ORM GORN</a:t>
            </a: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 </a:t>
            </a:r>
            <a:endParaRPr lang="en-US" sz="2100" b="1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pic>
        <p:nvPicPr>
          <p:cNvPr id="1026" name="Picture 2" descr="This is my summary of the Golang basics : r/golang">
            <a:extLst>
              <a:ext uri="{FF2B5EF4-FFF2-40B4-BE49-F238E27FC236}">
                <a16:creationId xmlns:a16="http://schemas.microsoft.com/office/drawing/2014/main" id="{2AF30748-AED7-8883-5542-6CE948297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399" y="1272947"/>
            <a:ext cx="1508275" cy="85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n Web Framework | Gin Web Framework">
            <a:extLst>
              <a:ext uri="{FF2B5EF4-FFF2-40B4-BE49-F238E27FC236}">
                <a16:creationId xmlns:a16="http://schemas.microsoft.com/office/drawing/2014/main" id="{AA1877BF-160F-6D36-A603-5789FC746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224" y="1120535"/>
            <a:ext cx="1057425" cy="105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D9335E-D4E7-1E92-77DD-B93BF6698FF7}"/>
              </a:ext>
            </a:extLst>
          </p:cNvPr>
          <p:cNvSpPr txBox="1"/>
          <p:nvPr/>
        </p:nvSpPr>
        <p:spPr>
          <a:xfrm>
            <a:off x="1676398" y="3269516"/>
            <a:ext cx="4800653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</a:pPr>
            <a:r>
              <a:rPr lang="ru-RU" sz="21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Безопасность:</a:t>
            </a:r>
            <a:endParaRPr lang="en-US" sz="2100" b="1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</a:pP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• </a:t>
            </a:r>
            <a:r>
              <a:rPr lang="en-US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JWT </a:t>
            </a: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токены для авторизации</a:t>
            </a:r>
            <a:endParaRPr lang="en-US" sz="2100" b="1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  <a:p>
            <a:pPr>
              <a:buSzPts val="3600"/>
            </a:pP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• </a:t>
            </a:r>
            <a:r>
              <a:rPr lang="en-US" sz="2100" b="1" dirty="0" err="1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Bcrypt</a:t>
            </a:r>
            <a:r>
              <a:rPr lang="en-US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 </a:t>
            </a: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хэширование паролей</a:t>
            </a:r>
            <a:endParaRPr lang="en-US" sz="2100" b="1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pic>
        <p:nvPicPr>
          <p:cNvPr id="1030" name="Picture 6" descr="PostgreSQL: The world's most advanced open source database">
            <a:extLst>
              <a:ext uri="{FF2B5EF4-FFF2-40B4-BE49-F238E27FC236}">
                <a16:creationId xmlns:a16="http://schemas.microsoft.com/office/drawing/2014/main" id="{6C8FD44D-C7A4-2204-71EC-FDDA57012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110" y="2571750"/>
            <a:ext cx="1153830" cy="1190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578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;p15">
            <a:extLst>
              <a:ext uri="{FF2B5EF4-FFF2-40B4-BE49-F238E27FC236}">
                <a16:creationId xmlns:a16="http://schemas.microsoft.com/office/drawing/2014/main" id="{895936E8-40B5-8923-6CD3-63F7B3701F36}"/>
              </a:ext>
            </a:extLst>
          </p:cNvPr>
          <p:cNvSpPr txBox="1">
            <a:spLocks/>
          </p:cNvSpPr>
          <p:nvPr/>
        </p:nvSpPr>
        <p:spPr>
          <a:xfrm>
            <a:off x="457199" y="111125"/>
            <a:ext cx="8251361" cy="8032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000" dirty="0">
                <a:solidFill>
                  <a:schemeClr val="tx1"/>
                </a:solidFill>
                <a:latin typeface="Oswald" pitchFamily="2" charset="0"/>
              </a:rPr>
              <a:t>Стек 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E387BC-E650-17A7-C56D-210847736870}"/>
              </a:ext>
            </a:extLst>
          </p:cNvPr>
          <p:cNvSpPr/>
          <p:nvPr/>
        </p:nvSpPr>
        <p:spPr>
          <a:xfrm>
            <a:off x="1549400" y="1044545"/>
            <a:ext cx="6045200" cy="3324255"/>
          </a:xfrm>
          <a:prstGeom prst="rect">
            <a:avLst/>
          </a:prstGeom>
          <a:noFill/>
          <a:ln w="19050">
            <a:solidFill>
              <a:srgbClr val="6266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4EC486-0A3B-1205-E12D-31341BD074EF}"/>
              </a:ext>
            </a:extLst>
          </p:cNvPr>
          <p:cNvSpPr txBox="1"/>
          <p:nvPr/>
        </p:nvSpPr>
        <p:spPr>
          <a:xfrm>
            <a:off x="3105150" y="581908"/>
            <a:ext cx="29337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2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Mobile</a:t>
            </a:r>
            <a:endParaRPr lang="ru-RU" sz="2200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2A44FD-5936-EC9A-3A36-E39DDD79F90A}"/>
              </a:ext>
            </a:extLst>
          </p:cNvPr>
          <p:cNvSpPr txBox="1"/>
          <p:nvPr/>
        </p:nvSpPr>
        <p:spPr>
          <a:xfrm>
            <a:off x="1676398" y="1108045"/>
            <a:ext cx="326390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1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Язык: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• </a:t>
            </a:r>
            <a:r>
              <a:rPr lang="en-US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Typescript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•</a:t>
            </a:r>
            <a:r>
              <a:rPr lang="en-US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 React Native (Expo)</a:t>
            </a:r>
            <a:endParaRPr lang="ru-RU" sz="2100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33EFB8-6F6B-CA23-65FE-6D703B240636}"/>
              </a:ext>
            </a:extLst>
          </p:cNvPr>
          <p:cNvSpPr txBox="1"/>
          <p:nvPr/>
        </p:nvSpPr>
        <p:spPr>
          <a:xfrm>
            <a:off x="1676398" y="2191812"/>
            <a:ext cx="364682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</a:pPr>
            <a:r>
              <a:rPr lang="ru-RU" sz="2100" b="1" dirty="0" err="1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Роутинг</a:t>
            </a:r>
            <a:r>
              <a:rPr lang="ru-RU" sz="21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:</a:t>
            </a:r>
            <a:endParaRPr lang="en-US" sz="2100" b="1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</a:pP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• </a:t>
            </a:r>
            <a:r>
              <a:rPr lang="en-US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Expo router (</a:t>
            </a: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изолированные вкладки</a:t>
            </a:r>
            <a:r>
              <a:rPr lang="en-US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D9335E-D4E7-1E92-77DD-B93BF6698FF7}"/>
              </a:ext>
            </a:extLst>
          </p:cNvPr>
          <p:cNvSpPr txBox="1"/>
          <p:nvPr/>
        </p:nvSpPr>
        <p:spPr>
          <a:xfrm>
            <a:off x="1676398" y="3269516"/>
            <a:ext cx="4800653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</a:pPr>
            <a:r>
              <a:rPr lang="ru-RU" sz="21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Безопасность:</a:t>
            </a:r>
            <a:endParaRPr lang="en-US" sz="2100" b="1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</a:pP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• Хранение только </a:t>
            </a:r>
            <a:r>
              <a:rPr lang="en-US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JWT</a:t>
            </a: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 токенов в зашифрованном </a:t>
            </a:r>
            <a:r>
              <a:rPr lang="en-US" sz="2100" b="1" dirty="0" err="1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Expo.SecureStore</a:t>
            </a:r>
            <a:endParaRPr lang="en-US" sz="2100" b="1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pic>
        <p:nvPicPr>
          <p:cNvPr id="2050" name="Picture 2" descr="React Native — Википедия">
            <a:extLst>
              <a:ext uri="{FF2B5EF4-FFF2-40B4-BE49-F238E27FC236}">
                <a16:creationId xmlns:a16="http://schemas.microsoft.com/office/drawing/2014/main" id="{66BD4DE4-D123-37F3-9312-D6F91C4C9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3220" y="1283434"/>
            <a:ext cx="1361938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xploring Expo in React Native: A Comprehensive Guide to Cross-Platform App  Development | by Ömür Bilgili | Medium">
            <a:extLst>
              <a:ext uri="{FF2B5EF4-FFF2-40B4-BE49-F238E27FC236}">
                <a16:creationId xmlns:a16="http://schemas.microsoft.com/office/drawing/2014/main" id="{7A23D10D-A6A2-52C3-793B-853270481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838" y="2703423"/>
            <a:ext cx="1819136" cy="88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555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;p15">
            <a:extLst>
              <a:ext uri="{FF2B5EF4-FFF2-40B4-BE49-F238E27FC236}">
                <a16:creationId xmlns:a16="http://schemas.microsoft.com/office/drawing/2014/main" id="{895936E8-40B5-8923-6CD3-63F7B3701F36}"/>
              </a:ext>
            </a:extLst>
          </p:cNvPr>
          <p:cNvSpPr txBox="1">
            <a:spLocks/>
          </p:cNvSpPr>
          <p:nvPr/>
        </p:nvSpPr>
        <p:spPr>
          <a:xfrm>
            <a:off x="457199" y="111125"/>
            <a:ext cx="8251361" cy="8032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000" dirty="0">
                <a:solidFill>
                  <a:schemeClr val="tx1"/>
                </a:solidFill>
                <a:latin typeface="Oswald" pitchFamily="2" charset="0"/>
              </a:rPr>
              <a:t>Стек 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E387BC-E650-17A7-C56D-210847736870}"/>
              </a:ext>
            </a:extLst>
          </p:cNvPr>
          <p:cNvSpPr/>
          <p:nvPr/>
        </p:nvSpPr>
        <p:spPr>
          <a:xfrm>
            <a:off x="1549400" y="1044545"/>
            <a:ext cx="6045200" cy="3324255"/>
          </a:xfrm>
          <a:prstGeom prst="rect">
            <a:avLst/>
          </a:prstGeom>
          <a:noFill/>
          <a:ln w="19050">
            <a:solidFill>
              <a:srgbClr val="6266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4EC486-0A3B-1205-E12D-31341BD074EF}"/>
              </a:ext>
            </a:extLst>
          </p:cNvPr>
          <p:cNvSpPr txBox="1"/>
          <p:nvPr/>
        </p:nvSpPr>
        <p:spPr>
          <a:xfrm>
            <a:off x="3105150" y="581908"/>
            <a:ext cx="29337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2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AI + S3</a:t>
            </a:r>
            <a:endParaRPr lang="ru-RU" sz="2200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2A44FD-5936-EC9A-3A36-E39DDD79F90A}"/>
              </a:ext>
            </a:extLst>
          </p:cNvPr>
          <p:cNvSpPr txBox="1"/>
          <p:nvPr/>
        </p:nvSpPr>
        <p:spPr>
          <a:xfrm>
            <a:off x="1676398" y="1108045"/>
            <a:ext cx="381000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1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Провайдер: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• </a:t>
            </a:r>
            <a:r>
              <a:rPr lang="en-US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Yandex Cloud</a:t>
            </a: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 </a:t>
            </a:r>
            <a:endParaRPr lang="en-US" sz="2100" b="1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(</a:t>
            </a:r>
            <a:r>
              <a:rPr lang="en-US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AI studio + Object Storage</a:t>
            </a: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)</a:t>
            </a:r>
            <a:endParaRPr lang="ru-RU" sz="2100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33EFB8-6F6B-CA23-65FE-6D703B240636}"/>
              </a:ext>
            </a:extLst>
          </p:cNvPr>
          <p:cNvSpPr txBox="1"/>
          <p:nvPr/>
        </p:nvSpPr>
        <p:spPr>
          <a:xfrm>
            <a:off x="1676398" y="2191812"/>
            <a:ext cx="364682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</a:pPr>
            <a:r>
              <a:rPr lang="en-US" sz="21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S3</a:t>
            </a:r>
            <a:r>
              <a:rPr lang="ru-RU" sz="21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:</a:t>
            </a:r>
            <a:endParaRPr lang="en-US" sz="2100" b="1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</a:pP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• Хранение</a:t>
            </a:r>
            <a:r>
              <a:rPr lang="en-US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 </a:t>
            </a: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изображений для заданий </a:t>
            </a:r>
            <a:endParaRPr lang="en-US" sz="2100" b="1" dirty="0">
              <a:solidFill>
                <a:schemeClr val="tx1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D9335E-D4E7-1E92-77DD-B93BF6698FF7}"/>
              </a:ext>
            </a:extLst>
          </p:cNvPr>
          <p:cNvSpPr txBox="1"/>
          <p:nvPr/>
        </p:nvSpPr>
        <p:spPr>
          <a:xfrm>
            <a:off x="1676398" y="3269516"/>
            <a:ext cx="510540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</a:pPr>
            <a:r>
              <a:rPr lang="ru-RU" sz="21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ИИ агент</a:t>
            </a:r>
            <a:r>
              <a:rPr lang="en-US" sz="21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 (</a:t>
            </a:r>
            <a:r>
              <a:rPr lang="en-US" sz="2100" b="1" dirty="0" err="1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YandexGPT</a:t>
            </a:r>
            <a:r>
              <a:rPr lang="en-US" sz="21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 5.1 pro)</a:t>
            </a:r>
            <a:r>
              <a:rPr lang="ru-RU" sz="21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:</a:t>
            </a:r>
            <a:endParaRPr lang="en-US" sz="2100" b="1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</a:pP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• Системный </a:t>
            </a:r>
            <a:r>
              <a:rPr lang="ru-RU" sz="2100" b="1" dirty="0" err="1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промт</a:t>
            </a: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 + </a:t>
            </a:r>
            <a:r>
              <a:rPr lang="en-US" sz="2100" b="1" dirty="0" err="1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Json</a:t>
            </a:r>
            <a:r>
              <a:rPr lang="en-US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 </a:t>
            </a: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ограничение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</a:pP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• </a:t>
            </a:r>
            <a:r>
              <a:rPr lang="en-US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RAG </a:t>
            </a:r>
            <a:r>
              <a:rPr lang="ru-RU" sz="21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система знаний</a:t>
            </a:r>
          </a:p>
        </p:txBody>
      </p:sp>
      <p:pic>
        <p:nvPicPr>
          <p:cNvPr id="3078" name="Picture 6" descr="Yandex Cloud - публичная облачная платформа">
            <a:extLst>
              <a:ext uri="{FF2B5EF4-FFF2-40B4-BE49-F238E27FC236}">
                <a16:creationId xmlns:a16="http://schemas.microsoft.com/office/drawing/2014/main" id="{312F135E-43B1-881F-C54A-BB3610F6D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142940"/>
            <a:ext cx="1375721" cy="1381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7FAAEC-D809-138C-549F-A2CECEC0C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013" y="2619466"/>
            <a:ext cx="789574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904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;p15">
            <a:extLst>
              <a:ext uri="{FF2B5EF4-FFF2-40B4-BE49-F238E27FC236}">
                <a16:creationId xmlns:a16="http://schemas.microsoft.com/office/drawing/2014/main" id="{895936E8-40B5-8923-6CD3-63F7B3701F36}"/>
              </a:ext>
            </a:extLst>
          </p:cNvPr>
          <p:cNvSpPr txBox="1">
            <a:spLocks/>
          </p:cNvSpPr>
          <p:nvPr/>
        </p:nvSpPr>
        <p:spPr>
          <a:xfrm>
            <a:off x="457199" y="111125"/>
            <a:ext cx="8251361" cy="8032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000" dirty="0">
                <a:solidFill>
                  <a:schemeClr val="tx1"/>
                </a:solidFill>
                <a:latin typeface="Oswald" pitchFamily="2" charset="0"/>
              </a:rPr>
              <a:t>Экраны</a:t>
            </a:r>
          </a:p>
        </p:txBody>
      </p:sp>
    </p:spTree>
    <p:extLst>
      <p:ext uri="{BB962C8B-B14F-4D97-AF65-F5344CB8AC3E}">
        <p14:creationId xmlns:p14="http://schemas.microsoft.com/office/powerpoint/2010/main" val="3597979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;p15">
            <a:extLst>
              <a:ext uri="{FF2B5EF4-FFF2-40B4-BE49-F238E27FC236}">
                <a16:creationId xmlns:a16="http://schemas.microsoft.com/office/drawing/2014/main" id="{895936E8-40B5-8923-6CD3-63F7B3701F36}"/>
              </a:ext>
            </a:extLst>
          </p:cNvPr>
          <p:cNvSpPr txBox="1">
            <a:spLocks/>
          </p:cNvSpPr>
          <p:nvPr/>
        </p:nvSpPr>
        <p:spPr>
          <a:xfrm>
            <a:off x="457199" y="111125"/>
            <a:ext cx="8251361" cy="8032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000" dirty="0">
                <a:solidFill>
                  <a:schemeClr val="tx1"/>
                </a:solidFill>
                <a:latin typeface="Oswald" pitchFamily="2" charset="0"/>
              </a:rPr>
              <a:t>Потенциал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8668A7-7F92-C8EF-8D5C-A50E182D378A}"/>
              </a:ext>
            </a:extLst>
          </p:cNvPr>
          <p:cNvSpPr txBox="1"/>
          <p:nvPr/>
        </p:nvSpPr>
        <p:spPr>
          <a:xfrm>
            <a:off x="788570" y="1153443"/>
            <a:ext cx="3199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Сейчас</a:t>
            </a:r>
            <a:endParaRPr lang="ru-RU" sz="2000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E1438-AD1F-E1DA-A4B3-175933EA77B1}"/>
              </a:ext>
            </a:extLst>
          </p:cNvPr>
          <p:cNvSpPr txBox="1"/>
          <p:nvPr/>
        </p:nvSpPr>
        <p:spPr>
          <a:xfrm>
            <a:off x="4165589" y="1153443"/>
            <a:ext cx="3759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3600"/>
            </a:pP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ОГЭ/ЕГЭ по точным наукам.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B1A4461-C6CA-6CBB-9D8A-6571002621FD}"/>
              </a:ext>
            </a:extLst>
          </p:cNvPr>
          <p:cNvCxnSpPr>
            <a:cxnSpLocks/>
          </p:cNvCxnSpPr>
          <p:nvPr/>
        </p:nvCxnSpPr>
        <p:spPr>
          <a:xfrm>
            <a:off x="3987789" y="1020353"/>
            <a:ext cx="0" cy="36576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E14BDBC-AE6B-D837-2B64-442AAC424588}"/>
              </a:ext>
            </a:extLst>
          </p:cNvPr>
          <p:cNvSpPr txBox="1"/>
          <p:nvPr/>
        </p:nvSpPr>
        <p:spPr>
          <a:xfrm>
            <a:off x="788569" y="1943098"/>
            <a:ext cx="3199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Через год</a:t>
            </a:r>
            <a:endParaRPr lang="ru-RU" sz="2000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C5DDAD-B931-A645-365E-1AB91F1F18DB}"/>
              </a:ext>
            </a:extLst>
          </p:cNvPr>
          <p:cNvSpPr txBox="1"/>
          <p:nvPr/>
        </p:nvSpPr>
        <p:spPr>
          <a:xfrm>
            <a:off x="4165589" y="1792596"/>
            <a:ext cx="45429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</a:rPr>
              <a:t>Гуманитарные предметы, проверка эссе.</a:t>
            </a:r>
            <a:endParaRPr lang="ru-US" sz="2000" b="1" dirty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529CF9-E041-E8AE-511C-7E28680B00B8}"/>
              </a:ext>
            </a:extLst>
          </p:cNvPr>
          <p:cNvSpPr txBox="1"/>
          <p:nvPr/>
        </p:nvSpPr>
        <p:spPr>
          <a:xfrm>
            <a:off x="788569" y="2949303"/>
            <a:ext cx="3199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В ближайшие годы</a:t>
            </a:r>
            <a:endParaRPr lang="ru-RU" sz="2000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EFC71A-7BAB-0986-6BFA-9514ABB5F7DB}"/>
              </a:ext>
            </a:extLst>
          </p:cNvPr>
          <p:cNvSpPr txBox="1"/>
          <p:nvPr/>
        </p:nvSpPr>
        <p:spPr>
          <a:xfrm>
            <a:off x="4165588" y="2641527"/>
            <a:ext cx="40417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</a:rPr>
              <a:t>Новые пользователи: </a:t>
            </a:r>
            <a:r>
              <a:rPr lang="en-US" sz="2000" b="1" dirty="0">
                <a:solidFill>
                  <a:schemeClr val="tx1"/>
                </a:solidFill>
                <a:latin typeface="Source Sans 3" panose="020B0303030403020204" pitchFamily="34" charset="0"/>
              </a:rPr>
              <a:t>B2B </a:t>
            </a: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</a:rPr>
              <a:t>интеграция с репетиторами и учителями </a:t>
            </a:r>
            <a:endParaRPr lang="ru-US" sz="2000" b="1" dirty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90F34D-CF52-9A73-1641-5FC04F682E29}"/>
              </a:ext>
            </a:extLst>
          </p:cNvPr>
          <p:cNvSpPr txBox="1"/>
          <p:nvPr/>
        </p:nvSpPr>
        <p:spPr>
          <a:xfrm>
            <a:off x="788569" y="3939013"/>
            <a:ext cx="3199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Риски</a:t>
            </a:r>
            <a:endParaRPr lang="ru-RU" sz="2000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693EB3-7ADE-5341-2FC6-3813F55B1E20}"/>
              </a:ext>
            </a:extLst>
          </p:cNvPr>
          <p:cNvSpPr txBox="1"/>
          <p:nvPr/>
        </p:nvSpPr>
        <p:spPr>
          <a:xfrm>
            <a:off x="4165588" y="3785125"/>
            <a:ext cx="45429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</a:rPr>
              <a:t>Галлюцинации ИИ, развитие онлайн школ</a:t>
            </a:r>
            <a:endParaRPr lang="ru-US" sz="2000" b="1" dirty="0">
              <a:solidFill>
                <a:schemeClr val="tx1"/>
              </a:solidFill>
              <a:latin typeface="Source Sans 3" panose="020B03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220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;p15">
            <a:extLst>
              <a:ext uri="{FF2B5EF4-FFF2-40B4-BE49-F238E27FC236}">
                <a16:creationId xmlns:a16="http://schemas.microsoft.com/office/drawing/2014/main" id="{895936E8-40B5-8923-6CD3-63F7B3701F36}"/>
              </a:ext>
            </a:extLst>
          </p:cNvPr>
          <p:cNvSpPr txBox="1">
            <a:spLocks/>
          </p:cNvSpPr>
          <p:nvPr/>
        </p:nvSpPr>
        <p:spPr>
          <a:xfrm>
            <a:off x="457199" y="111125"/>
            <a:ext cx="8251361" cy="8032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000" dirty="0">
                <a:solidFill>
                  <a:schemeClr val="tx1"/>
                </a:solidFill>
                <a:latin typeface="Oswald" pitchFamily="2" charset="0"/>
              </a:rPr>
              <a:t>Итог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83D038-380E-8CB9-ED13-D4CB19187A22}"/>
              </a:ext>
            </a:extLst>
          </p:cNvPr>
          <p:cNvSpPr txBox="1"/>
          <p:nvPr/>
        </p:nvSpPr>
        <p:spPr>
          <a:xfrm>
            <a:off x="788570" y="1153443"/>
            <a:ext cx="31992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Кейс </a:t>
            </a:r>
            <a:r>
              <a:rPr lang="en-US" sz="2000" b="1" dirty="0" err="1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EduTech</a:t>
            </a: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 продуман и реализован </a:t>
            </a:r>
            <a:r>
              <a:rPr lang="en-US" sz="20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MVP</a:t>
            </a:r>
            <a:endParaRPr lang="ru-RU" sz="2000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082898-C790-F3E8-8525-94ADDCAEFBB6}"/>
              </a:ext>
            </a:extLst>
          </p:cNvPr>
          <p:cNvSpPr txBox="1"/>
          <p:nvPr/>
        </p:nvSpPr>
        <p:spPr>
          <a:xfrm>
            <a:off x="788569" y="2217807"/>
            <a:ext cx="31992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Проведен </a:t>
            </a:r>
            <a:r>
              <a:rPr lang="ru-RU" sz="20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опрос</a:t>
            </a: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 и </a:t>
            </a:r>
            <a:r>
              <a:rPr lang="ru-RU" sz="20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анализ</a:t>
            </a: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 рынка</a:t>
            </a:r>
            <a:endParaRPr lang="ru-RU" sz="2000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6125F-90E7-D7DB-B76B-23DF99E10756}"/>
              </a:ext>
            </a:extLst>
          </p:cNvPr>
          <p:cNvSpPr txBox="1"/>
          <p:nvPr/>
        </p:nvSpPr>
        <p:spPr>
          <a:xfrm>
            <a:off x="788569" y="3282171"/>
            <a:ext cx="378343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Использованы </a:t>
            </a:r>
            <a:r>
              <a:rPr lang="ru-RU" sz="20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современные</a:t>
            </a: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 и </a:t>
            </a:r>
            <a:r>
              <a:rPr lang="ru-RU" sz="20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масштабируемые</a:t>
            </a: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 инструменты</a:t>
            </a:r>
            <a:endParaRPr lang="ru-RU" sz="2000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984DD1-97FA-2FD5-AC00-ABE9C60857E0}"/>
              </a:ext>
            </a:extLst>
          </p:cNvPr>
          <p:cNvSpPr txBox="1"/>
          <p:nvPr/>
        </p:nvSpPr>
        <p:spPr>
          <a:xfrm>
            <a:off x="4582879" y="3436059"/>
            <a:ext cx="40156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2000" b="1" dirty="0">
                <a:solidFill>
                  <a:schemeClr val="tx1"/>
                </a:solidFill>
                <a:latin typeface="Source Sans 3" panose="020B0303030403020204" pitchFamily="34" charset="0"/>
                <a:sym typeface="Montserrat"/>
              </a:rPr>
              <a:t>Исходники и документация на </a:t>
            </a:r>
            <a:r>
              <a:rPr lang="en-US" sz="2000" b="1" dirty="0" err="1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github.com</a:t>
            </a:r>
            <a:r>
              <a:rPr lang="en-US" sz="20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/</a:t>
            </a:r>
            <a:r>
              <a:rPr lang="en-US" sz="2000" b="1" dirty="0" err="1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krisikas</a:t>
            </a:r>
            <a:r>
              <a:rPr lang="en-US" sz="2000" b="1" dirty="0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/</a:t>
            </a:r>
            <a:r>
              <a:rPr lang="en-US" sz="2000" b="1" dirty="0" err="1">
                <a:solidFill>
                  <a:srgbClr val="6266FA"/>
                </a:solidFill>
                <a:latin typeface="Source Sans 3" panose="020B0303030403020204" pitchFamily="34" charset="0"/>
                <a:sym typeface="Montserrat"/>
              </a:rPr>
              <a:t>CU_repet_ai</a:t>
            </a:r>
            <a:endParaRPr lang="ru-RU" sz="2000" dirty="0">
              <a:solidFill>
                <a:srgbClr val="6266FA"/>
              </a:solidFill>
              <a:latin typeface="Source Sans 3" panose="020B0303030403020204" pitchFamily="34" charset="0"/>
              <a:sym typeface="Montserrat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5BFCA7F-FFFD-D763-2D0C-FE83CAEC1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679" y="488424"/>
            <a:ext cx="2947635" cy="2947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0640623"/>
      </p:ext>
    </p:extLst>
  </p:cSld>
  <p:clrMapOvr>
    <a:masterClrMapping/>
  </p:clrMapOvr>
</p:sld>
</file>

<file path=ppt/theme/theme1.xml><?xml version="1.0" encoding="utf-8"?>
<a:theme xmlns:a="http://schemas.openxmlformats.org/drawingml/2006/main" name="Efficient Consulting Toolkit by Slidesgo">
  <a:themeElements>
    <a:clrScheme name="Simple Light">
      <a:dk1>
        <a:srgbClr val="000000"/>
      </a:dk1>
      <a:lt1>
        <a:srgbClr val="FFFFFF"/>
      </a:lt1>
      <a:dk2>
        <a:srgbClr val="ED7EDF"/>
      </a:dk2>
      <a:lt2>
        <a:srgbClr val="FF7793"/>
      </a:lt2>
      <a:accent1>
        <a:srgbClr val="72A4ED"/>
      </a:accent1>
      <a:accent2>
        <a:srgbClr val="7FFFE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13824</TotalTime>
  <Words>608</Words>
  <Application>Microsoft Macintosh PowerPoint</Application>
  <PresentationFormat>Экран (16:9)</PresentationFormat>
  <Paragraphs>128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Oswald</vt:lpstr>
      <vt:lpstr>Arial</vt:lpstr>
      <vt:lpstr>Source Sans 3</vt:lpstr>
      <vt:lpstr>Efficient Consulting Toolkit by Slidesgo</vt:lpstr>
      <vt:lpstr>MPV приложения для учебы Репет.ai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Портативный 3D принтер</dc:title>
  <cp:lastModifiedBy>Демьян Тарасов</cp:lastModifiedBy>
  <cp:revision>21</cp:revision>
  <dcterms:modified xsi:type="dcterms:W3CDTF">2026-05-25T21:22:22Z</dcterms:modified>
</cp:coreProperties>
</file>